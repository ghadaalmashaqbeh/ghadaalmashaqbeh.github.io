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757" r:id="rId2"/>
  </p:sldMasterIdLst>
  <p:notesMasterIdLst>
    <p:notesMasterId r:id="rId42"/>
  </p:notesMasterIdLst>
  <p:handoutMasterIdLst>
    <p:handoutMasterId r:id="rId43"/>
  </p:handoutMasterIdLst>
  <p:sldIdLst>
    <p:sldId id="447" r:id="rId3"/>
    <p:sldId id="590" r:id="rId4"/>
    <p:sldId id="397" r:id="rId5"/>
    <p:sldId id="263" r:id="rId6"/>
    <p:sldId id="484" r:id="rId7"/>
    <p:sldId id="506" r:id="rId8"/>
    <p:sldId id="592" r:id="rId9"/>
    <p:sldId id="329" r:id="rId10"/>
    <p:sldId id="399" r:id="rId11"/>
    <p:sldId id="401" r:id="rId12"/>
    <p:sldId id="411" r:id="rId13"/>
    <p:sldId id="468" r:id="rId14"/>
    <p:sldId id="469" r:id="rId15"/>
    <p:sldId id="471" r:id="rId16"/>
    <p:sldId id="472" r:id="rId17"/>
    <p:sldId id="473" r:id="rId18"/>
    <p:sldId id="474" r:id="rId19"/>
    <p:sldId id="508" r:id="rId20"/>
    <p:sldId id="509" r:id="rId21"/>
    <p:sldId id="510" r:id="rId22"/>
    <p:sldId id="513" r:id="rId23"/>
    <p:sldId id="514" r:id="rId24"/>
    <p:sldId id="515" r:id="rId25"/>
    <p:sldId id="516" r:id="rId26"/>
    <p:sldId id="518" r:id="rId27"/>
    <p:sldId id="402" r:id="rId28"/>
    <p:sldId id="268" r:id="rId29"/>
    <p:sldId id="403" r:id="rId30"/>
    <p:sldId id="521" r:id="rId31"/>
    <p:sldId id="520" r:id="rId32"/>
    <p:sldId id="523" r:id="rId33"/>
    <p:sldId id="526" r:id="rId34"/>
    <p:sldId id="522" r:id="rId35"/>
    <p:sldId id="352" r:id="rId36"/>
    <p:sldId id="524" r:id="rId37"/>
    <p:sldId id="437" r:id="rId38"/>
    <p:sldId id="519" r:id="rId39"/>
    <p:sldId id="593" r:id="rId40"/>
    <p:sldId id="591" r:id="rId41"/>
  </p:sldIdLst>
  <p:sldSz cx="9144000" cy="6858000" type="screen4x3"/>
  <p:notesSz cx="7102475" cy="10233025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0" userDrawn="1">
          <p15:clr>
            <a:srgbClr val="A4A3A4"/>
          </p15:clr>
        </p15:guide>
        <p15:guide id="2" pos="209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r Herzber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FF"/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8DFC2-D5F9-4FD6-955B-0B473925755E}" v="5556" dt="2020-09-10T02:45:12.0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/>
    <p:restoredTop sz="94658"/>
  </p:normalViewPr>
  <p:slideViewPr>
    <p:cSldViewPr snapToGrid="0">
      <p:cViewPr varScale="1">
        <p:scale>
          <a:sx n="120" d="100"/>
          <a:sy n="120" d="100"/>
        </p:scale>
        <p:origin x="1936" y="184"/>
      </p:cViewPr>
      <p:guideLst>
        <p:guide orient="horz" pos="2115"/>
        <p:guide pos="2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19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70"/>
        <p:guide pos="209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" userId="065951d4-4781-441f-ab30-2019f0b03826" providerId="ADAL" clId="{1D48DFC2-D5F9-4FD6-955B-0B473925755E}"/>
    <pc:docChg chg="undo redo custSel mod addSld delSld modSld sldOrd">
      <pc:chgData name="Amir" userId="065951d4-4781-441f-ab30-2019f0b03826" providerId="ADAL" clId="{1D48DFC2-D5F9-4FD6-955B-0B473925755E}" dt="2020-09-09T02:48:14.492" v="8987" actId="20577"/>
      <pc:docMkLst>
        <pc:docMk/>
      </pc:docMkLst>
      <pc:sldChg chg="modSp mod">
        <pc:chgData name="Amir" userId="065951d4-4781-441f-ab30-2019f0b03826" providerId="ADAL" clId="{1D48DFC2-D5F9-4FD6-955B-0B473925755E}" dt="2020-09-01T12:53:25.311" v="898" actId="21"/>
        <pc:sldMkLst>
          <pc:docMk/>
          <pc:sldMk cId="0" sldId="262"/>
        </pc:sldMkLst>
        <pc:spChg chg="mod">
          <ac:chgData name="Amir" userId="065951d4-4781-441f-ab30-2019f0b03826" providerId="ADAL" clId="{1D48DFC2-D5F9-4FD6-955B-0B473925755E}" dt="2020-09-01T12:53:25.311" v="898" actId="21"/>
          <ac:spMkLst>
            <pc:docMk/>
            <pc:sldMk cId="0" sldId="262"/>
            <ac:spMk id="19459" creationId="{00000000-0000-0000-0000-000000000000}"/>
          </ac:spMkLst>
        </pc:spChg>
      </pc:sldChg>
      <pc:sldChg chg="modSp">
        <pc:chgData name="Amir" userId="065951d4-4781-441f-ab30-2019f0b03826" providerId="ADAL" clId="{1D48DFC2-D5F9-4FD6-955B-0B473925755E}" dt="2020-09-03T00:27:29.921" v="1384" actId="207"/>
        <pc:sldMkLst>
          <pc:docMk/>
          <pc:sldMk cId="0" sldId="271"/>
        </pc:sldMkLst>
        <pc:spChg chg="mod">
          <ac:chgData name="Amir" userId="065951d4-4781-441f-ab30-2019f0b03826" providerId="ADAL" clId="{1D48DFC2-D5F9-4FD6-955B-0B473925755E}" dt="2020-09-03T00:27:29.921" v="1384" actId="207"/>
          <ac:spMkLst>
            <pc:docMk/>
            <pc:sldMk cId="0" sldId="271"/>
            <ac:spMk id="20482" creationId="{00000000-0000-0000-0000-000000000000}"/>
          </ac:spMkLst>
        </pc:spChg>
      </pc:sldChg>
      <pc:sldChg chg="modSp">
        <pc:chgData name="Amir" userId="065951d4-4781-441f-ab30-2019f0b03826" providerId="ADAL" clId="{1D48DFC2-D5F9-4FD6-955B-0B473925755E}" dt="2020-09-03T00:15:37.252" v="1379" actId="6549"/>
        <pc:sldMkLst>
          <pc:docMk/>
          <pc:sldMk cId="1322224310" sldId="352"/>
        </pc:sldMkLst>
        <pc:spChg chg="mod">
          <ac:chgData name="Amir" userId="065951d4-4781-441f-ab30-2019f0b03826" providerId="ADAL" clId="{1D48DFC2-D5F9-4FD6-955B-0B473925755E}" dt="2020-09-03T00:15:37.252" v="1379" actId="6549"/>
          <ac:spMkLst>
            <pc:docMk/>
            <pc:sldMk cId="1322224310" sldId="352"/>
            <ac:spMk id="16388" creationId="{00000000-0000-0000-0000-000000000000}"/>
          </ac:spMkLst>
        </pc:spChg>
      </pc:sldChg>
      <pc:sldChg chg="addSp modSp mod modAnim">
        <pc:chgData name="Amir" userId="065951d4-4781-441f-ab30-2019f0b03826" providerId="ADAL" clId="{1D48DFC2-D5F9-4FD6-955B-0B473925755E}" dt="2020-09-03T00:32:31.637" v="1397"/>
        <pc:sldMkLst>
          <pc:docMk/>
          <pc:sldMk cId="2091405616" sldId="355"/>
        </pc:sldMkLst>
        <pc:picChg chg="add mod">
          <ac:chgData name="Amir" userId="065951d4-4781-441f-ab30-2019f0b03826" providerId="ADAL" clId="{1D48DFC2-D5F9-4FD6-955B-0B473925755E}" dt="2020-09-03T00:32:25.882" v="1396" actId="1076"/>
          <ac:picMkLst>
            <pc:docMk/>
            <pc:sldMk cId="2091405616" sldId="355"/>
            <ac:picMk id="5" creationId="{74A3CE4F-441D-49B6-8525-FF1B1830CCC2}"/>
          </ac:picMkLst>
        </pc:picChg>
      </pc:sldChg>
      <pc:sldChg chg="addSp modSp mod modAnim">
        <pc:chgData name="Amir" userId="065951d4-4781-441f-ab30-2019f0b03826" providerId="ADAL" clId="{1D48DFC2-D5F9-4FD6-955B-0B473925755E}" dt="2020-09-03T00:49:16.143" v="1524"/>
        <pc:sldMkLst>
          <pc:docMk/>
          <pc:sldMk cId="3921555572" sldId="360"/>
        </pc:sldMkLst>
        <pc:spChg chg="mod">
          <ac:chgData name="Amir" userId="065951d4-4781-441f-ab30-2019f0b03826" providerId="ADAL" clId="{1D48DFC2-D5F9-4FD6-955B-0B473925755E}" dt="2020-09-03T00:48:31.259" v="1522" actId="20577"/>
          <ac:spMkLst>
            <pc:docMk/>
            <pc:sldMk cId="3921555572" sldId="360"/>
            <ac:spMk id="87044" creationId="{00000000-0000-0000-0000-000000000000}"/>
          </ac:spMkLst>
        </pc:spChg>
        <pc:picChg chg="add mod">
          <ac:chgData name="Amir" userId="065951d4-4781-441f-ab30-2019f0b03826" providerId="ADAL" clId="{1D48DFC2-D5F9-4FD6-955B-0B473925755E}" dt="2020-09-03T00:46:55.049" v="1504" actId="1076"/>
          <ac:picMkLst>
            <pc:docMk/>
            <pc:sldMk cId="3921555572" sldId="360"/>
            <ac:picMk id="3" creationId="{C6738D63-2DE8-4A4E-915A-090919D1DD22}"/>
          </ac:picMkLst>
        </pc:picChg>
      </pc:sldChg>
      <pc:sldChg chg="modSp mod modShow">
        <pc:chgData name="Amir" userId="065951d4-4781-441f-ab30-2019f0b03826" providerId="ADAL" clId="{1D48DFC2-D5F9-4FD6-955B-0B473925755E}" dt="2020-09-03T03:25:57.585" v="5882" actId="729"/>
        <pc:sldMkLst>
          <pc:docMk/>
          <pc:sldMk cId="3705940276" sldId="363"/>
        </pc:sldMkLst>
        <pc:spChg chg="mod">
          <ac:chgData name="Amir" userId="065951d4-4781-441f-ab30-2019f0b03826" providerId="ADAL" clId="{1D48DFC2-D5F9-4FD6-955B-0B473925755E}" dt="2020-09-03T03:25:34.142" v="5881" actId="20577"/>
          <ac:spMkLst>
            <pc:docMk/>
            <pc:sldMk cId="3705940276" sldId="363"/>
            <ac:spMk id="99332" creationId="{00000000-0000-0000-0000-000000000000}"/>
          </ac:spMkLst>
        </pc:spChg>
      </pc:sldChg>
      <pc:sldChg chg="modSp mod modAnim">
        <pc:chgData name="Amir" userId="065951d4-4781-441f-ab30-2019f0b03826" providerId="ADAL" clId="{1D48DFC2-D5F9-4FD6-955B-0B473925755E}" dt="2020-09-03T03:27:00.949" v="5889"/>
        <pc:sldMkLst>
          <pc:docMk/>
          <pc:sldMk cId="2524447570" sldId="364"/>
        </pc:sldMkLst>
        <pc:spChg chg="mod">
          <ac:chgData name="Amir" userId="065951d4-4781-441f-ab30-2019f0b03826" providerId="ADAL" clId="{1D48DFC2-D5F9-4FD6-955B-0B473925755E}" dt="2020-09-03T03:26:42.844" v="5886" actId="20577"/>
          <ac:spMkLst>
            <pc:docMk/>
            <pc:sldMk cId="2524447570" sldId="364"/>
            <ac:spMk id="99332" creationId="{00000000-0000-0000-0000-000000000000}"/>
          </ac:spMkLst>
        </pc:spChg>
      </pc:sldChg>
      <pc:sldChg chg="addSp modSp mod">
        <pc:chgData name="Amir" userId="065951d4-4781-441f-ab30-2019f0b03826" providerId="ADAL" clId="{1D48DFC2-D5F9-4FD6-955B-0B473925755E}" dt="2020-09-03T02:49:33.725" v="4057" actId="1076"/>
        <pc:sldMkLst>
          <pc:docMk/>
          <pc:sldMk cId="2991794156" sldId="365"/>
        </pc:sldMkLst>
        <pc:spChg chg="mod">
          <ac:chgData name="Amir" userId="065951d4-4781-441f-ab30-2019f0b03826" providerId="ADAL" clId="{1D48DFC2-D5F9-4FD6-955B-0B473925755E}" dt="2020-09-03T02:49:26.866" v="4056" actId="14100"/>
          <ac:spMkLst>
            <pc:docMk/>
            <pc:sldMk cId="2991794156" sldId="365"/>
            <ac:spMk id="3" creationId="{00000000-0000-0000-0000-000000000000}"/>
          </ac:spMkLst>
        </pc:spChg>
        <pc:picChg chg="add mod modCrop">
          <ac:chgData name="Amir" userId="065951d4-4781-441f-ab30-2019f0b03826" providerId="ADAL" clId="{1D48DFC2-D5F9-4FD6-955B-0B473925755E}" dt="2020-09-03T02:49:33.725" v="4057" actId="1076"/>
          <ac:picMkLst>
            <pc:docMk/>
            <pc:sldMk cId="2991794156" sldId="365"/>
            <ac:picMk id="5" creationId="{4F967B94-6FAC-43B9-A6A6-63CB003C536F}"/>
          </ac:picMkLst>
        </pc:picChg>
      </pc:sldChg>
      <pc:sldChg chg="ord">
        <pc:chgData name="Amir" userId="065951d4-4781-441f-ab30-2019f0b03826" providerId="ADAL" clId="{1D48DFC2-D5F9-4FD6-955B-0B473925755E}" dt="2020-09-09T02:39:57.266" v="8737"/>
        <pc:sldMkLst>
          <pc:docMk/>
          <pc:sldMk cId="1048986011" sldId="375"/>
        </pc:sldMkLst>
      </pc:sldChg>
      <pc:sldChg chg="modSp mod">
        <pc:chgData name="Amir" userId="065951d4-4781-441f-ab30-2019f0b03826" providerId="ADAL" clId="{1D48DFC2-D5F9-4FD6-955B-0B473925755E}" dt="2020-09-03T00:34:14.820" v="1460" actId="113"/>
        <pc:sldMkLst>
          <pc:docMk/>
          <pc:sldMk cId="2933828842" sldId="415"/>
        </pc:sldMkLst>
        <pc:spChg chg="mod">
          <ac:chgData name="Amir" userId="065951d4-4781-441f-ab30-2019f0b03826" providerId="ADAL" clId="{1D48DFC2-D5F9-4FD6-955B-0B473925755E}" dt="2020-09-03T00:34:14.820" v="1460" actId="113"/>
          <ac:spMkLst>
            <pc:docMk/>
            <pc:sldMk cId="2933828842" sldId="415"/>
            <ac:spMk id="85000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3T02:38:19.201" v="3890" actId="115"/>
        <pc:sldMkLst>
          <pc:docMk/>
          <pc:sldMk cId="170706587" sldId="420"/>
        </pc:sldMkLst>
        <pc:spChg chg="mod">
          <ac:chgData name="Amir" userId="065951d4-4781-441f-ab30-2019f0b03826" providerId="ADAL" clId="{1D48DFC2-D5F9-4FD6-955B-0B473925755E}" dt="2020-09-03T02:38:19.201" v="3890" actId="115"/>
          <ac:spMkLst>
            <pc:docMk/>
            <pc:sldMk cId="170706587" sldId="420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1T16:15:35.929" v="1136" actId="20577"/>
          <ac:spMkLst>
            <pc:docMk/>
            <pc:sldMk cId="170706587" sldId="420"/>
            <ac:spMk id="87044" creationId="{00000000-0000-0000-0000-000000000000}"/>
          </ac:spMkLst>
        </pc:spChg>
      </pc:sldChg>
      <pc:sldChg chg="modSp modAnim">
        <pc:chgData name="Amir" userId="065951d4-4781-441f-ab30-2019f0b03826" providerId="ADAL" clId="{1D48DFC2-D5F9-4FD6-955B-0B473925755E}" dt="2020-09-09T02:28:51.272" v="8287"/>
        <pc:sldMkLst>
          <pc:docMk/>
          <pc:sldMk cId="574399542" sldId="427"/>
        </pc:sldMkLst>
        <pc:spChg chg="mod">
          <ac:chgData name="Amir" userId="065951d4-4781-441f-ab30-2019f0b03826" providerId="ADAL" clId="{1D48DFC2-D5F9-4FD6-955B-0B473925755E}" dt="2020-09-09T02:27:39.462" v="8281" actId="20577"/>
          <ac:spMkLst>
            <pc:docMk/>
            <pc:sldMk cId="574399542" sldId="427"/>
            <ac:spMk id="93188" creationId="{00000000-0000-0000-0000-000000000000}"/>
          </ac:spMkLst>
        </pc:spChg>
      </pc:sldChg>
      <pc:sldChg chg="mod modShow">
        <pc:chgData name="Amir" userId="065951d4-4781-441f-ab30-2019f0b03826" providerId="ADAL" clId="{1D48DFC2-D5F9-4FD6-955B-0B473925755E}" dt="2020-09-09T02:23:59.626" v="8085" actId="729"/>
        <pc:sldMkLst>
          <pc:docMk/>
          <pc:sldMk cId="3809507535" sldId="431"/>
        </pc:sldMkLst>
      </pc:sldChg>
      <pc:sldChg chg="addSp delSp modSp mod">
        <pc:chgData name="Amir" userId="065951d4-4781-441f-ab30-2019f0b03826" providerId="ADAL" clId="{1D48DFC2-D5F9-4FD6-955B-0B473925755E}" dt="2020-09-03T00:27:01.395" v="1383" actId="26606"/>
        <pc:sldMkLst>
          <pc:docMk/>
          <pc:sldMk cId="1946519313" sldId="437"/>
        </pc:sldMkLst>
        <pc:spChg chg="mod">
          <ac:chgData name="Amir" userId="065951d4-4781-441f-ab30-2019f0b03826" providerId="ADAL" clId="{1D48DFC2-D5F9-4FD6-955B-0B473925755E}" dt="2020-09-03T00:27:01.395" v="1383" actId="26606"/>
          <ac:spMkLst>
            <pc:docMk/>
            <pc:sldMk cId="1946519313" sldId="437"/>
            <ac:spMk id="2" creationId="{00000000-0000-0000-0000-000000000000}"/>
          </ac:spMkLst>
        </pc:spChg>
        <pc:spChg chg="add del mod">
          <ac:chgData name="Amir" userId="065951d4-4781-441f-ab30-2019f0b03826" providerId="ADAL" clId="{1D48DFC2-D5F9-4FD6-955B-0B473925755E}" dt="2020-09-03T00:27:01.395" v="1383" actId="26606"/>
          <ac:spMkLst>
            <pc:docMk/>
            <pc:sldMk cId="1946519313" sldId="437"/>
            <ac:spMk id="3" creationId="{00000000-0000-0000-0000-000000000000}"/>
          </ac:spMkLst>
        </pc:spChg>
        <pc:graphicFrameChg chg="add del">
          <ac:chgData name="Amir" userId="065951d4-4781-441f-ab30-2019f0b03826" providerId="ADAL" clId="{1D48DFC2-D5F9-4FD6-955B-0B473925755E}" dt="2020-09-03T00:27:01.395" v="1383" actId="26606"/>
          <ac:graphicFrameMkLst>
            <pc:docMk/>
            <pc:sldMk cId="1946519313" sldId="437"/>
            <ac:graphicFrameMk id="5" creationId="{023769CD-59C1-435E-90FC-91E98AFDCAB1}"/>
          </ac:graphicFrameMkLst>
        </pc:graphicFrameChg>
      </pc:sldChg>
      <pc:sldChg chg="mod modShow">
        <pc:chgData name="Amir" userId="065951d4-4781-441f-ab30-2019f0b03826" providerId="ADAL" clId="{1D48DFC2-D5F9-4FD6-955B-0B473925755E}" dt="2020-09-03T02:47:11.463" v="3950" actId="729"/>
        <pc:sldMkLst>
          <pc:docMk/>
          <pc:sldMk cId="2739153238" sldId="440"/>
        </pc:sldMkLst>
      </pc:sldChg>
      <pc:sldChg chg="modSp mod">
        <pc:chgData name="Amir" userId="065951d4-4781-441f-ab30-2019f0b03826" providerId="ADAL" clId="{1D48DFC2-D5F9-4FD6-955B-0B473925755E}" dt="2020-09-01T12:27:55.017" v="465" actId="20577"/>
        <pc:sldMkLst>
          <pc:docMk/>
          <pc:sldMk cId="380032717" sldId="447"/>
        </pc:sldMkLst>
        <pc:spChg chg="mod">
          <ac:chgData name="Amir" userId="065951d4-4781-441f-ab30-2019f0b03826" providerId="ADAL" clId="{1D48DFC2-D5F9-4FD6-955B-0B473925755E}" dt="2020-09-01T12:27:55.017" v="465" actId="20577"/>
          <ac:spMkLst>
            <pc:docMk/>
            <pc:sldMk cId="380032717" sldId="447"/>
            <ac:spMk id="2051" creationId="{00000000-0000-0000-0000-000000000000}"/>
          </ac:spMkLst>
        </pc:spChg>
      </pc:sldChg>
      <pc:sldChg chg="mod modShow">
        <pc:chgData name="Amir" userId="065951d4-4781-441f-ab30-2019f0b03826" providerId="ADAL" clId="{1D48DFC2-D5F9-4FD6-955B-0B473925755E}" dt="2020-09-03T02:36:48.855" v="3834" actId="729"/>
        <pc:sldMkLst>
          <pc:docMk/>
          <pc:sldMk cId="720947172" sldId="452"/>
        </pc:sldMkLst>
      </pc:sldChg>
      <pc:sldChg chg="addSp modSp mod modShow">
        <pc:chgData name="Amir" userId="065951d4-4781-441f-ab30-2019f0b03826" providerId="ADAL" clId="{1D48DFC2-D5F9-4FD6-955B-0B473925755E}" dt="2020-09-03T10:42:17.547" v="5998" actId="729"/>
        <pc:sldMkLst>
          <pc:docMk/>
          <pc:sldMk cId="891643214" sldId="453"/>
        </pc:sldMkLst>
        <pc:spChg chg="add mod">
          <ac:chgData name="Amir" userId="065951d4-4781-441f-ab30-2019f0b03826" providerId="ADAL" clId="{1D48DFC2-D5F9-4FD6-955B-0B473925755E}" dt="2020-09-01T16:19:24.925" v="1165" actId="20577"/>
          <ac:spMkLst>
            <pc:docMk/>
            <pc:sldMk cId="891643214" sldId="453"/>
            <ac:spMk id="2" creationId="{95BA164F-1B88-46D3-A930-2E3CB17C1639}"/>
          </ac:spMkLst>
        </pc:spChg>
        <pc:spChg chg="add mod">
          <ac:chgData name="Amir" userId="065951d4-4781-441f-ab30-2019f0b03826" providerId="ADAL" clId="{1D48DFC2-D5F9-4FD6-955B-0B473925755E}" dt="2020-09-01T16:20:11.847" v="1240" actId="20577"/>
          <ac:spMkLst>
            <pc:docMk/>
            <pc:sldMk cId="891643214" sldId="453"/>
            <ac:spMk id="3" creationId="{0CD8532F-5FDF-4F24-9C05-A5AF48DD8518}"/>
          </ac:spMkLst>
        </pc:spChg>
        <pc:spChg chg="mod">
          <ac:chgData name="Amir" userId="065951d4-4781-441f-ab30-2019f0b03826" providerId="ADAL" clId="{1D48DFC2-D5F9-4FD6-955B-0B473925755E}" dt="2020-09-03T10:27:08.631" v="5919" actId="20577"/>
          <ac:spMkLst>
            <pc:docMk/>
            <pc:sldMk cId="891643214" sldId="453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1T16:21:04.278" v="1358" actId="20577"/>
          <ac:spMkLst>
            <pc:docMk/>
            <pc:sldMk cId="891643214" sldId="453"/>
            <ac:spMk id="87044" creationId="{00000000-0000-0000-0000-000000000000}"/>
          </ac:spMkLst>
        </pc:spChg>
      </pc:sldChg>
      <pc:sldChg chg="modSp mod modShow">
        <pc:chgData name="Amir" userId="065951d4-4781-441f-ab30-2019f0b03826" providerId="ADAL" clId="{1D48DFC2-D5F9-4FD6-955B-0B473925755E}" dt="2020-09-03T10:42:17.547" v="5998" actId="729"/>
        <pc:sldMkLst>
          <pc:docMk/>
          <pc:sldMk cId="3535668591" sldId="459"/>
        </pc:sldMkLst>
        <pc:spChg chg="mod">
          <ac:chgData name="Amir" userId="065951d4-4781-441f-ab30-2019f0b03826" providerId="ADAL" clId="{1D48DFC2-D5F9-4FD6-955B-0B473925755E}" dt="2020-09-03T10:38:39.671" v="5920"/>
          <ac:spMkLst>
            <pc:docMk/>
            <pc:sldMk cId="3535668591" sldId="459"/>
            <ac:spMk id="87043" creationId="{00000000-0000-0000-0000-000000000000}"/>
          </ac:spMkLst>
        </pc:spChg>
      </pc:sldChg>
      <pc:sldChg chg="modSp mod modShow">
        <pc:chgData name="Amir" userId="065951d4-4781-441f-ab30-2019f0b03826" providerId="ADAL" clId="{1D48DFC2-D5F9-4FD6-955B-0B473925755E}" dt="2020-09-03T10:42:17.547" v="5998" actId="729"/>
        <pc:sldMkLst>
          <pc:docMk/>
          <pc:sldMk cId="4266452277" sldId="460"/>
        </pc:sldMkLst>
        <pc:spChg chg="mod">
          <ac:chgData name="Amir" userId="065951d4-4781-441f-ab30-2019f0b03826" providerId="ADAL" clId="{1D48DFC2-D5F9-4FD6-955B-0B473925755E}" dt="2020-09-03T10:39:20.776" v="5942" actId="404"/>
          <ac:spMkLst>
            <pc:docMk/>
            <pc:sldMk cId="4266452277" sldId="460"/>
            <ac:spMk id="87043" creationId="{00000000-0000-0000-0000-000000000000}"/>
          </ac:spMkLst>
        </pc:spChg>
      </pc:sldChg>
      <pc:sldChg chg="addSp delSp modSp mod">
        <pc:chgData name="Amir" userId="065951d4-4781-441f-ab30-2019f0b03826" providerId="ADAL" clId="{1D48DFC2-D5F9-4FD6-955B-0B473925755E}" dt="2020-09-03T12:09:11.718" v="6887" actId="20577"/>
        <pc:sldMkLst>
          <pc:docMk/>
          <pc:sldMk cId="1280478878" sldId="461"/>
        </pc:sldMkLst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8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1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2" creationId="{00000000-0000-0000-0000-000000000000}"/>
          </ac:spMkLst>
        </pc:spChg>
        <pc:spChg chg="del mod">
          <ac:chgData name="Amir" userId="065951d4-4781-441f-ab30-2019f0b03826" providerId="ADAL" clId="{1D48DFC2-D5F9-4FD6-955B-0B473925755E}" dt="2020-09-03T12:08:34.327" v="6874" actId="478"/>
          <ac:spMkLst>
            <pc:docMk/>
            <pc:sldMk cId="1280478878" sldId="461"/>
            <ac:spMk id="13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4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5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6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7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8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12:07:19.615" v="6868" actId="6549"/>
          <ac:spMkLst>
            <pc:docMk/>
            <pc:sldMk cId="1280478878" sldId="461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12:09:11.718" v="6887" actId="20577"/>
          <ac:spMkLst>
            <pc:docMk/>
            <pc:sldMk cId="1280478878" sldId="461"/>
            <ac:spMk id="87044" creationId="{00000000-0000-0000-0000-000000000000}"/>
          </ac:spMkLst>
        </pc:spChg>
        <pc:picChg chg="add mod">
          <ac:chgData name="Amir" userId="065951d4-4781-441f-ab30-2019f0b03826" providerId="ADAL" clId="{1D48DFC2-D5F9-4FD6-955B-0B473925755E}" dt="2020-09-03T12:09:01.081" v="6883" actId="1076"/>
          <ac:picMkLst>
            <pc:docMk/>
            <pc:sldMk cId="1280478878" sldId="461"/>
            <ac:picMk id="2" creationId="{6A895E07-23CB-4001-ADE7-54C33471CB0B}"/>
          </ac:picMkLst>
        </pc:picChg>
        <pc:cxnChg chg="del mod">
          <ac:chgData name="Amir" userId="065951d4-4781-441f-ab30-2019f0b03826" providerId="ADAL" clId="{1D48DFC2-D5F9-4FD6-955B-0B473925755E}" dt="2020-09-03T12:08:19.815" v="6871" actId="478"/>
          <ac:cxnSpMkLst>
            <pc:docMk/>
            <pc:sldMk cId="1280478878" sldId="461"/>
            <ac:cxnSpMk id="3" creationId="{00000000-0000-0000-0000-000000000000}"/>
          </ac:cxnSpMkLst>
        </pc:cxnChg>
        <pc:cxnChg chg="del mod">
          <ac:chgData name="Amir" userId="065951d4-4781-441f-ab30-2019f0b03826" providerId="ADAL" clId="{1D48DFC2-D5F9-4FD6-955B-0B473925755E}" dt="2020-09-03T12:08:19.815" v="6871" actId="478"/>
          <ac:cxnSpMkLst>
            <pc:docMk/>
            <pc:sldMk cId="1280478878" sldId="461"/>
            <ac:cxnSpMk id="21" creationId="{00000000-0000-0000-0000-000000000000}"/>
          </ac:cxnSpMkLst>
        </pc:cxnChg>
      </pc:sldChg>
      <pc:sldChg chg="del">
        <pc:chgData name="Amir" userId="065951d4-4781-441f-ab30-2019f0b03826" providerId="ADAL" clId="{1D48DFC2-D5F9-4FD6-955B-0B473925755E}" dt="2020-09-03T12:14:38.720" v="7100" actId="47"/>
        <pc:sldMkLst>
          <pc:docMk/>
          <pc:sldMk cId="3195162735" sldId="462"/>
        </pc:sldMkLst>
      </pc:sldChg>
      <pc:sldChg chg="addSp modSp mod modAnim">
        <pc:chgData name="Amir" userId="065951d4-4781-441f-ab30-2019f0b03826" providerId="ADAL" clId="{1D48DFC2-D5F9-4FD6-955B-0B473925755E}" dt="2020-09-01T12:59:30.542" v="1000"/>
        <pc:sldMkLst>
          <pc:docMk/>
          <pc:sldMk cId="1859294086" sldId="484"/>
        </pc:sldMkLst>
        <pc:spChg chg="add mod">
          <ac:chgData name="Amir" userId="065951d4-4781-441f-ab30-2019f0b03826" providerId="ADAL" clId="{1D48DFC2-D5F9-4FD6-955B-0B473925755E}" dt="2020-09-01T12:58:00.762" v="972" actId="20577"/>
          <ac:spMkLst>
            <pc:docMk/>
            <pc:sldMk cId="1859294086" sldId="484"/>
            <ac:spMk id="3" creationId="{7229A024-46A8-466F-9E2A-B19918906113}"/>
          </ac:spMkLst>
        </pc:spChg>
        <pc:spChg chg="mod">
          <ac:chgData name="Amir" userId="065951d4-4781-441f-ab30-2019f0b03826" providerId="ADAL" clId="{1D48DFC2-D5F9-4FD6-955B-0B473925755E}" dt="2020-09-01T12:59:23.654" v="999" actId="1582"/>
          <ac:spMkLst>
            <pc:docMk/>
            <pc:sldMk cId="1859294086" sldId="484"/>
            <ac:spMk id="10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13:03:36.799" v="1075" actId="20577"/>
        <pc:sldMkLst>
          <pc:docMk/>
          <pc:sldMk cId="2528007352" sldId="496"/>
        </pc:sldMkLst>
        <pc:spChg chg="mod">
          <ac:chgData name="Amir" userId="065951d4-4781-441f-ab30-2019f0b03826" providerId="ADAL" clId="{1D48DFC2-D5F9-4FD6-955B-0B473925755E}" dt="2020-09-01T13:03:36.799" v="1075" actId="20577"/>
          <ac:spMkLst>
            <pc:docMk/>
            <pc:sldMk cId="2528007352" sldId="496"/>
            <ac:spMk id="3076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03:45:33.723" v="300" actId="14100"/>
        <pc:sldMkLst>
          <pc:docMk/>
          <pc:sldMk cId="3083867816" sldId="498"/>
        </pc:sldMkLst>
        <pc:spChg chg="mod">
          <ac:chgData name="Amir" userId="065951d4-4781-441f-ab30-2019f0b03826" providerId="ADAL" clId="{1D48DFC2-D5F9-4FD6-955B-0B473925755E}" dt="2020-09-01T03:45:33.723" v="300" actId="14100"/>
          <ac:spMkLst>
            <pc:docMk/>
            <pc:sldMk cId="3083867816" sldId="498"/>
            <ac:spMk id="19459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12:52:22.124" v="869" actId="6549"/>
        <pc:sldMkLst>
          <pc:docMk/>
          <pc:sldMk cId="2880552492" sldId="499"/>
        </pc:sldMkLst>
        <pc:spChg chg="mod">
          <ac:chgData name="Amir" userId="065951d4-4781-441f-ab30-2019f0b03826" providerId="ADAL" clId="{1D48DFC2-D5F9-4FD6-955B-0B473925755E}" dt="2020-09-01T12:52:09.772" v="867" actId="20577"/>
          <ac:spMkLst>
            <pc:docMk/>
            <pc:sldMk cId="2880552492" sldId="499"/>
            <ac:spMk id="6147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1T12:52:22.124" v="869" actId="6549"/>
          <ac:spMkLst>
            <pc:docMk/>
            <pc:sldMk cId="2880552492" sldId="499"/>
            <ac:spMk id="316419" creationId="{00000000-0000-0000-0000-000000000000}"/>
          </ac:spMkLst>
        </pc:spChg>
      </pc:sldChg>
      <pc:sldChg chg="modSp mod ord modShow">
        <pc:chgData name="Amir" userId="065951d4-4781-441f-ab30-2019f0b03826" providerId="ADAL" clId="{1D48DFC2-D5F9-4FD6-955B-0B473925755E}" dt="2020-09-01T12:51:46.098" v="841"/>
        <pc:sldMkLst>
          <pc:docMk/>
          <pc:sldMk cId="2975390928" sldId="502"/>
        </pc:sldMkLst>
        <pc:spChg chg="mod">
          <ac:chgData name="Amir" userId="065951d4-4781-441f-ab30-2019f0b03826" providerId="ADAL" clId="{1D48DFC2-D5F9-4FD6-955B-0B473925755E}" dt="2020-09-01T12:51:18.475" v="838" actId="6549"/>
          <ac:spMkLst>
            <pc:docMk/>
            <pc:sldMk cId="2975390928" sldId="502"/>
            <ac:spMk id="4100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03:43:37.076" v="296" actId="6549"/>
        <pc:sldMkLst>
          <pc:docMk/>
          <pc:sldMk cId="1417520250" sldId="504"/>
        </pc:sldMkLst>
        <pc:spChg chg="mod">
          <ac:chgData name="Amir" userId="065951d4-4781-441f-ab30-2019f0b03826" providerId="ADAL" clId="{1D48DFC2-D5F9-4FD6-955B-0B473925755E}" dt="2020-09-01T03:43:37.076" v="296" actId="6549"/>
          <ac:spMkLst>
            <pc:docMk/>
            <pc:sldMk cId="1417520250" sldId="504"/>
            <ac:spMk id="6" creationId="{00000000-0000-0000-0000-000000000000}"/>
          </ac:spMkLst>
        </pc:spChg>
      </pc:sldChg>
      <pc:sldChg chg="addSp delSp modSp mod setBg modClrScheme chgLayout">
        <pc:chgData name="Amir" userId="065951d4-4781-441f-ab30-2019f0b03826" providerId="ADAL" clId="{1D48DFC2-D5F9-4FD6-955B-0B473925755E}" dt="2020-09-01T12:49:07.560" v="636" actId="27614"/>
        <pc:sldMkLst>
          <pc:docMk/>
          <pc:sldMk cId="1776473716" sldId="505"/>
        </pc:sldMkLst>
        <pc:spChg chg="add del mod">
          <ac:chgData name="Amir" userId="065951d4-4781-441f-ab30-2019f0b03826" providerId="ADAL" clId="{1D48DFC2-D5F9-4FD6-955B-0B473925755E}" dt="2020-09-01T12:48:52.397" v="634" actId="700"/>
          <ac:spMkLst>
            <pc:docMk/>
            <pc:sldMk cId="1776473716" sldId="505"/>
            <ac:spMk id="2" creationId="{A473A401-C953-4861-8F70-56150347D3F4}"/>
          </ac:spMkLst>
        </pc:spChg>
        <pc:spChg chg="mod ord">
          <ac:chgData name="Amir" userId="065951d4-4781-441f-ab30-2019f0b03826" providerId="ADAL" clId="{1D48DFC2-D5F9-4FD6-955B-0B473925755E}" dt="2020-09-01T12:48:58.024" v="635" actId="26606"/>
          <ac:spMkLst>
            <pc:docMk/>
            <pc:sldMk cId="1776473716" sldId="505"/>
            <ac:spMk id="5" creationId="{00000000-0000-0000-0000-000000000000}"/>
          </ac:spMkLst>
        </pc:spChg>
        <pc:spChg chg="add">
          <ac:chgData name="Amir" userId="065951d4-4781-441f-ab30-2019f0b03826" providerId="ADAL" clId="{1D48DFC2-D5F9-4FD6-955B-0B473925755E}" dt="2020-09-01T12:48:58.024" v="635" actId="26606"/>
          <ac:spMkLst>
            <pc:docMk/>
            <pc:sldMk cId="1776473716" sldId="505"/>
            <ac:spMk id="10" creationId="{1707FC24-6981-43D9-B525-C7832BA22463}"/>
          </ac:spMkLst>
        </pc:spChg>
        <pc:picChg chg="add mod">
          <ac:chgData name="Amir" userId="065951d4-4781-441f-ab30-2019f0b03826" providerId="ADAL" clId="{1D48DFC2-D5F9-4FD6-955B-0B473925755E}" dt="2020-09-01T12:49:07.560" v="636" actId="27614"/>
          <ac:picMkLst>
            <pc:docMk/>
            <pc:sldMk cId="1776473716" sldId="505"/>
            <ac:picMk id="4" creationId="{3A890277-4AD5-4365-9ADE-982FE198D3E3}"/>
          </ac:picMkLst>
        </pc:picChg>
        <pc:picChg chg="del">
          <ac:chgData name="Amir" userId="065951d4-4781-441f-ab30-2019f0b03826" providerId="ADAL" clId="{1D48DFC2-D5F9-4FD6-955B-0B473925755E}" dt="2020-09-01T04:14:28.510" v="413" actId="478"/>
          <ac:picMkLst>
            <pc:docMk/>
            <pc:sldMk cId="1776473716" sldId="505"/>
            <ac:picMk id="7" creationId="{00000000-0000-0000-0000-000000000000}"/>
          </ac:picMkLst>
        </pc:picChg>
      </pc:sldChg>
      <pc:sldChg chg="modSp modAnim">
        <pc:chgData name="Amir" userId="065951d4-4781-441f-ab30-2019f0b03826" providerId="ADAL" clId="{1D48DFC2-D5F9-4FD6-955B-0B473925755E}" dt="2020-09-05T21:42:49.622" v="8083" actId="13926"/>
        <pc:sldMkLst>
          <pc:docMk/>
          <pc:sldMk cId="1451493402" sldId="519"/>
        </pc:sldMkLst>
        <pc:spChg chg="mod">
          <ac:chgData name="Amir" userId="065951d4-4781-441f-ab30-2019f0b03826" providerId="ADAL" clId="{1D48DFC2-D5F9-4FD6-955B-0B473925755E}" dt="2020-09-05T21:42:49.622" v="8083" actId="13926"/>
          <ac:spMkLst>
            <pc:docMk/>
            <pc:sldMk cId="1451493402" sldId="519"/>
            <ac:spMk id="20482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12:56:00.471" v="964" actId="20577"/>
        <pc:sldMkLst>
          <pc:docMk/>
          <pc:sldMk cId="3993949618" sldId="529"/>
        </pc:sldMkLst>
        <pc:spChg chg="mod">
          <ac:chgData name="Amir" userId="065951d4-4781-441f-ab30-2019f0b03826" providerId="ADAL" clId="{1D48DFC2-D5F9-4FD6-955B-0B473925755E}" dt="2020-09-01T12:56:00.471" v="964" actId="20577"/>
          <ac:spMkLst>
            <pc:docMk/>
            <pc:sldMk cId="3993949618" sldId="529"/>
            <ac:spMk id="10244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1T12:55:01.984" v="919" actId="20577"/>
          <ac:spMkLst>
            <pc:docMk/>
            <pc:sldMk cId="3993949618" sldId="529"/>
            <ac:spMk id="19459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3T00:41:35.606" v="1490" actId="122"/>
        <pc:sldMkLst>
          <pc:docMk/>
          <pc:sldMk cId="1744060812" sldId="531"/>
        </pc:sldMkLst>
        <pc:spChg chg="mod">
          <ac:chgData name="Amir" userId="065951d4-4781-441f-ab30-2019f0b03826" providerId="ADAL" clId="{1D48DFC2-D5F9-4FD6-955B-0B473925755E}" dt="2020-09-03T00:41:35.606" v="1490" actId="122"/>
          <ac:spMkLst>
            <pc:docMk/>
            <pc:sldMk cId="1744060812" sldId="531"/>
            <ac:spMk id="4" creationId="{00000000-0000-0000-0000-000000000000}"/>
          </ac:spMkLst>
        </pc:spChg>
      </pc:sldChg>
      <pc:sldChg chg="del">
        <pc:chgData name="Amir" userId="065951d4-4781-441f-ab30-2019f0b03826" providerId="ADAL" clId="{1D48DFC2-D5F9-4FD6-955B-0B473925755E}" dt="2020-09-09T02:23:47.544" v="8084" actId="47"/>
        <pc:sldMkLst>
          <pc:docMk/>
          <pc:sldMk cId="1418855304" sldId="534"/>
        </pc:sldMkLst>
      </pc:sldChg>
      <pc:sldChg chg="mod modShow">
        <pc:chgData name="Amir" userId="065951d4-4781-441f-ab30-2019f0b03826" providerId="ADAL" clId="{1D48DFC2-D5F9-4FD6-955B-0B473925755E}" dt="2020-09-03T01:25:42.478" v="2339" actId="729"/>
        <pc:sldMkLst>
          <pc:docMk/>
          <pc:sldMk cId="1332624395" sldId="543"/>
        </pc:sldMkLst>
      </pc:sldChg>
      <pc:sldChg chg="addSp modSp mod modAnim">
        <pc:chgData name="Amir" userId="065951d4-4781-441f-ab30-2019f0b03826" providerId="ADAL" clId="{1D48DFC2-D5F9-4FD6-955B-0B473925755E}" dt="2020-09-03T01:31:57.486" v="2696"/>
        <pc:sldMkLst>
          <pc:docMk/>
          <pc:sldMk cId="2520190568" sldId="544"/>
        </pc:sldMkLst>
        <pc:spChg chg="add mod">
          <ac:chgData name="Amir" userId="065951d4-4781-441f-ab30-2019f0b03826" providerId="ADAL" clId="{1D48DFC2-D5F9-4FD6-955B-0B473925755E}" dt="2020-09-03T01:24:32.533" v="2334" actId="113"/>
          <ac:spMkLst>
            <pc:docMk/>
            <pc:sldMk cId="2520190568" sldId="544"/>
            <ac:spMk id="2" creationId="{E164CE4C-A0E7-488F-BD39-423556CB3267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9" creationId="{AC60DAC6-349D-4664-9B00-060BDB4E990B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10" creationId="{ECF903B5-86D2-4F14-A86E-EC8DDF377C31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16" creationId="{FBF7E052-21E1-4120-9B1A-6EBB2B7A630D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17" creationId="{7466C30D-84B4-4F2C-AE43-705EFDC0FAB1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24" creationId="{C0F8CB2B-7920-4E38-B7F3-F3BA23DFCA42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27" creationId="{E622D5F4-E974-4444-99DC-15DEDA0B5E02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28" creationId="{BDAA17CD-2B6D-4EA1-9D4B-DF1235C9456F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29" creationId="{4E3B88B7-A416-420F-810F-E8750494C7B6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32" creationId="{AAB0FE98-0429-43F9-9EB5-934DCB2756B0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33" creationId="{CD127D6D-FA01-4B49-AA6D-561E28F80D6D}"/>
          </ac:spMkLst>
        </pc:spChg>
        <pc:spChg chg="mod">
          <ac:chgData name="Amir" userId="065951d4-4781-441f-ab30-2019f0b03826" providerId="ADAL" clId="{1D48DFC2-D5F9-4FD6-955B-0B473925755E}" dt="2020-09-03T01:22:27.801" v="2263" actId="207"/>
          <ac:spMkLst>
            <pc:docMk/>
            <pc:sldMk cId="2520190568" sldId="544"/>
            <ac:spMk id="87044" creationId="{00000000-0000-0000-0000-000000000000}"/>
          </ac:spMkLst>
        </pc:spChg>
        <pc:picChg chg="mod">
          <ac:chgData name="Amir" userId="065951d4-4781-441f-ab30-2019f0b03826" providerId="ADAL" clId="{1D48DFC2-D5F9-4FD6-955B-0B473925755E}" dt="2020-09-03T00:52:25.325" v="1599" actId="1036"/>
          <ac:picMkLst>
            <pc:docMk/>
            <pc:sldMk cId="2520190568" sldId="544"/>
            <ac:picMk id="4" creationId="{068C1760-2C53-44B8-84B1-5A6AE1588B83}"/>
          </ac:picMkLst>
        </pc:picChg>
        <pc:picChg chg="mod">
          <ac:chgData name="Amir" userId="065951d4-4781-441f-ab30-2019f0b03826" providerId="ADAL" clId="{1D48DFC2-D5F9-4FD6-955B-0B473925755E}" dt="2020-09-03T00:52:25.325" v="1599" actId="1036"/>
          <ac:picMkLst>
            <pc:docMk/>
            <pc:sldMk cId="2520190568" sldId="544"/>
            <ac:picMk id="7" creationId="{76495708-801A-4D16-8C02-F14D536AF17F}"/>
          </ac:picMkLst>
        </pc:picChg>
        <pc:picChg chg="mod">
          <ac:chgData name="Amir" userId="065951d4-4781-441f-ab30-2019f0b03826" providerId="ADAL" clId="{1D48DFC2-D5F9-4FD6-955B-0B473925755E}" dt="2020-09-03T00:52:25.325" v="1599" actId="1036"/>
          <ac:picMkLst>
            <pc:docMk/>
            <pc:sldMk cId="2520190568" sldId="544"/>
            <ac:picMk id="21" creationId="{D5CD4CFC-8971-411F-9EB3-F2B4542FC43E}"/>
          </ac:picMkLst>
        </pc:picChg>
        <pc:cxnChg chg="mod">
          <ac:chgData name="Amir" userId="065951d4-4781-441f-ab30-2019f0b03826" providerId="ADAL" clId="{1D48DFC2-D5F9-4FD6-955B-0B473925755E}" dt="2020-09-03T00:52:25.325" v="1599" actId="1036"/>
          <ac:cxnSpMkLst>
            <pc:docMk/>
            <pc:sldMk cId="2520190568" sldId="544"/>
            <ac:cxnSpMk id="14" creationId="{BEE10EED-E1C9-4663-BDE2-5238317E67B8}"/>
          </ac:cxnSpMkLst>
        </pc:cxnChg>
        <pc:cxnChg chg="mod">
          <ac:chgData name="Amir" userId="065951d4-4781-441f-ab30-2019f0b03826" providerId="ADAL" clId="{1D48DFC2-D5F9-4FD6-955B-0B473925755E}" dt="2020-09-03T00:52:25.325" v="1599" actId="1036"/>
          <ac:cxnSpMkLst>
            <pc:docMk/>
            <pc:sldMk cId="2520190568" sldId="544"/>
            <ac:cxnSpMk id="18" creationId="{9E84267B-EF5E-4ECE-A6CE-32DF5E95D1CE}"/>
          </ac:cxnSpMkLst>
        </pc:cxnChg>
        <pc:cxnChg chg="mod">
          <ac:chgData name="Amir" userId="065951d4-4781-441f-ab30-2019f0b03826" providerId="ADAL" clId="{1D48DFC2-D5F9-4FD6-955B-0B473925755E}" dt="2020-09-03T00:52:25.325" v="1599" actId="1036"/>
          <ac:cxnSpMkLst>
            <pc:docMk/>
            <pc:sldMk cId="2520190568" sldId="544"/>
            <ac:cxnSpMk id="26" creationId="{29EC882C-A852-43A4-A02F-CEE59A90C25E}"/>
          </ac:cxnSpMkLst>
        </pc:cxnChg>
        <pc:cxnChg chg="mod">
          <ac:chgData name="Amir" userId="065951d4-4781-441f-ab30-2019f0b03826" providerId="ADAL" clId="{1D48DFC2-D5F9-4FD6-955B-0B473925755E}" dt="2020-09-03T00:52:25.325" v="1599" actId="1036"/>
          <ac:cxnSpMkLst>
            <pc:docMk/>
            <pc:sldMk cId="2520190568" sldId="544"/>
            <ac:cxnSpMk id="31" creationId="{41D41929-8EE5-4D61-B4FA-9F252B0F0525}"/>
          </ac:cxnSpMkLst>
        </pc:cxnChg>
      </pc:sldChg>
      <pc:sldChg chg="modSp mod">
        <pc:chgData name="Amir" userId="065951d4-4781-441f-ab30-2019f0b03826" providerId="ADAL" clId="{1D48DFC2-D5F9-4FD6-955B-0B473925755E}" dt="2020-09-09T02:32:29.887" v="8323" actId="20577"/>
        <pc:sldMkLst>
          <pc:docMk/>
          <pc:sldMk cId="710160062" sldId="545"/>
        </pc:sldMkLst>
        <pc:spChg chg="mod">
          <ac:chgData name="Amir" userId="065951d4-4781-441f-ab30-2019f0b03826" providerId="ADAL" clId="{1D48DFC2-D5F9-4FD6-955B-0B473925755E}" dt="2020-09-09T02:32:29.887" v="8323" actId="20577"/>
          <ac:spMkLst>
            <pc:docMk/>
            <pc:sldMk cId="710160062" sldId="545"/>
            <ac:spMk id="87044" creationId="{00000000-0000-0000-0000-000000000000}"/>
          </ac:spMkLst>
        </pc:spChg>
      </pc:sldChg>
      <pc:sldChg chg="addSp delSp modSp mod delAnim modAnim">
        <pc:chgData name="Amir" userId="065951d4-4781-441f-ab30-2019f0b03826" providerId="ADAL" clId="{1D48DFC2-D5F9-4FD6-955B-0B473925755E}" dt="2020-09-09T02:39:00.770" v="8735" actId="20577"/>
        <pc:sldMkLst>
          <pc:docMk/>
          <pc:sldMk cId="3929748425" sldId="546"/>
        </pc:sldMkLst>
        <pc:spChg chg="mod">
          <ac:chgData name="Amir" userId="065951d4-4781-441f-ab30-2019f0b03826" providerId="ADAL" clId="{1D48DFC2-D5F9-4FD6-955B-0B473925755E}" dt="2020-09-09T02:39:00.770" v="8735" actId="20577"/>
          <ac:spMkLst>
            <pc:docMk/>
            <pc:sldMk cId="3929748425" sldId="546"/>
            <ac:spMk id="20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33:49.692" v="8338" actId="20577"/>
          <ac:spMkLst>
            <pc:docMk/>
            <pc:sldMk cId="3929748425" sldId="546"/>
            <ac:spMk id="93187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37:06.360" v="8699" actId="1076"/>
          <ac:spMkLst>
            <pc:docMk/>
            <pc:sldMk cId="3929748425" sldId="546"/>
            <ac:spMk id="93188" creationId="{00000000-0000-0000-0000-000000000000}"/>
          </ac:spMkLst>
        </pc:spChg>
        <pc:picChg chg="add mod">
          <ac:chgData name="Amir" userId="065951d4-4781-441f-ab30-2019f0b03826" providerId="ADAL" clId="{1D48DFC2-D5F9-4FD6-955B-0B473925755E}" dt="2020-09-09T02:33:08.816" v="8327" actId="14100"/>
          <ac:picMkLst>
            <pc:docMk/>
            <pc:sldMk cId="3929748425" sldId="546"/>
            <ac:picMk id="3" creationId="{4629D1AF-47F3-4B3C-A4DC-5BC37CE5A1B4}"/>
          </ac:picMkLst>
        </pc:picChg>
        <pc:picChg chg="del">
          <ac:chgData name="Amir" userId="065951d4-4781-441f-ab30-2019f0b03826" providerId="ADAL" clId="{1D48DFC2-D5F9-4FD6-955B-0B473925755E}" dt="2020-09-09T02:32:55.972" v="8324" actId="478"/>
          <ac:picMkLst>
            <pc:docMk/>
            <pc:sldMk cId="3929748425" sldId="546"/>
            <ac:picMk id="11" creationId="{00000000-0000-0000-0000-000000000000}"/>
          </ac:picMkLst>
        </pc:picChg>
      </pc:sldChg>
      <pc:sldChg chg="modSp">
        <pc:chgData name="Amir" userId="065951d4-4781-441f-ab30-2019f0b03826" providerId="ADAL" clId="{1D48DFC2-D5F9-4FD6-955B-0B473925755E}" dt="2020-09-09T02:30:14.140" v="8311" actId="6549"/>
        <pc:sldMkLst>
          <pc:docMk/>
          <pc:sldMk cId="4141138918" sldId="562"/>
        </pc:sldMkLst>
        <pc:spChg chg="mod">
          <ac:chgData name="Amir" userId="065951d4-4781-441f-ab30-2019f0b03826" providerId="ADAL" clId="{1D48DFC2-D5F9-4FD6-955B-0B473925755E}" dt="2020-09-09T02:30:14.140" v="8311" actId="6549"/>
          <ac:spMkLst>
            <pc:docMk/>
            <pc:sldMk cId="4141138918" sldId="562"/>
            <ac:spMk id="87044" creationId="{00000000-0000-0000-0000-000000000000}"/>
          </ac:spMkLst>
        </pc:spChg>
      </pc:sldChg>
      <pc:sldChg chg="modSp add mod">
        <pc:chgData name="Amir" userId="065951d4-4781-441f-ab30-2019f0b03826" providerId="ADAL" clId="{1D48DFC2-D5F9-4FD6-955B-0B473925755E}" dt="2020-09-01T12:29:47.565" v="467" actId="12"/>
        <pc:sldMkLst>
          <pc:docMk/>
          <pc:sldMk cId="1726400962" sldId="565"/>
        </pc:sldMkLst>
        <pc:spChg chg="mod">
          <ac:chgData name="Amir" userId="065951d4-4781-441f-ab30-2019f0b03826" providerId="ADAL" clId="{1D48DFC2-D5F9-4FD6-955B-0B473925755E}" dt="2020-09-01T12:29:47.565" v="467" actId="12"/>
          <ac:spMkLst>
            <pc:docMk/>
            <pc:sldMk cId="1726400962" sldId="565"/>
            <ac:spMk id="7172" creationId="{00000000-0000-0000-0000-000000000000}"/>
          </ac:spMkLst>
        </pc:spChg>
      </pc:sldChg>
      <pc:sldChg chg="modSp new mod">
        <pc:chgData name="Amir" userId="065951d4-4781-441f-ab30-2019f0b03826" providerId="ADAL" clId="{1D48DFC2-D5F9-4FD6-955B-0B473925755E}" dt="2020-09-01T12:42:52.420" v="633" actId="20577"/>
        <pc:sldMkLst>
          <pc:docMk/>
          <pc:sldMk cId="2073306517" sldId="566"/>
        </pc:sldMkLst>
        <pc:spChg chg="mod">
          <ac:chgData name="Amir" userId="065951d4-4781-441f-ab30-2019f0b03826" providerId="ADAL" clId="{1D48DFC2-D5F9-4FD6-955B-0B473925755E}" dt="2020-09-01T12:31:48.123" v="503" actId="20577"/>
          <ac:spMkLst>
            <pc:docMk/>
            <pc:sldMk cId="2073306517" sldId="566"/>
            <ac:spMk id="2" creationId="{FF3B5503-B65E-41A9-B8FE-F81EA54D81C3}"/>
          </ac:spMkLst>
        </pc:spChg>
        <pc:spChg chg="mod">
          <ac:chgData name="Amir" userId="065951d4-4781-441f-ab30-2019f0b03826" providerId="ADAL" clId="{1D48DFC2-D5F9-4FD6-955B-0B473925755E}" dt="2020-09-01T12:42:52.420" v="633" actId="20577"/>
          <ac:spMkLst>
            <pc:docMk/>
            <pc:sldMk cId="2073306517" sldId="566"/>
            <ac:spMk id="3" creationId="{A6818713-1F25-4E70-912E-437CE52A0D62}"/>
          </ac:spMkLst>
        </pc:spChg>
      </pc:sldChg>
      <pc:sldChg chg="modSp new del mod">
        <pc:chgData name="Amir" userId="065951d4-4781-441f-ab30-2019f0b03826" providerId="ADAL" clId="{1D48DFC2-D5F9-4FD6-955B-0B473925755E}" dt="2020-09-03T00:54:54.326" v="1656" actId="47"/>
        <pc:sldMkLst>
          <pc:docMk/>
          <pc:sldMk cId="2647931320" sldId="567"/>
        </pc:sldMkLst>
        <pc:spChg chg="mod">
          <ac:chgData name="Amir" userId="065951d4-4781-441f-ab30-2019f0b03826" providerId="ADAL" clId="{1D48DFC2-D5F9-4FD6-955B-0B473925755E}" dt="2020-09-03T00:54:51.040" v="1655" actId="21"/>
          <ac:spMkLst>
            <pc:docMk/>
            <pc:sldMk cId="2647931320" sldId="567"/>
            <ac:spMk id="2" creationId="{693790A1-D5AC-426A-A0ED-12927BF8AF89}"/>
          </ac:spMkLst>
        </pc:spChg>
      </pc:sldChg>
      <pc:sldChg chg="addSp delSp modSp new mod chgLayout">
        <pc:chgData name="Amir" userId="065951d4-4781-441f-ab30-2019f0b03826" providerId="ADAL" clId="{1D48DFC2-D5F9-4FD6-955B-0B473925755E}" dt="2020-09-04T12:50:45.327" v="8057" actId="20577"/>
        <pc:sldMkLst>
          <pc:docMk/>
          <pc:sldMk cId="3997651574" sldId="568"/>
        </pc:sldMkLst>
        <pc:spChg chg="mod ord">
          <ac:chgData name="Amir" userId="065951d4-4781-441f-ab30-2019f0b03826" providerId="ADAL" clId="{1D48DFC2-D5F9-4FD6-955B-0B473925755E}" dt="2020-09-03T00:55:38.600" v="1658" actId="700"/>
          <ac:spMkLst>
            <pc:docMk/>
            <pc:sldMk cId="3997651574" sldId="568"/>
            <ac:spMk id="2" creationId="{BA916B94-0200-444F-9D20-0FABDE87B399}"/>
          </ac:spMkLst>
        </pc:spChg>
        <pc:spChg chg="del">
          <ac:chgData name="Amir" userId="065951d4-4781-441f-ab30-2019f0b03826" providerId="ADAL" clId="{1D48DFC2-D5F9-4FD6-955B-0B473925755E}" dt="2020-09-03T00:55:38.600" v="1658" actId="700"/>
          <ac:spMkLst>
            <pc:docMk/>
            <pc:sldMk cId="3997651574" sldId="568"/>
            <ac:spMk id="3" creationId="{265A6B99-D1B4-4190-A207-6D9797996882}"/>
          </ac:spMkLst>
        </pc:spChg>
        <pc:spChg chg="add mod ord">
          <ac:chgData name="Amir" userId="065951d4-4781-441f-ab30-2019f0b03826" providerId="ADAL" clId="{1D48DFC2-D5F9-4FD6-955B-0B473925755E}" dt="2020-09-04T12:50:45.327" v="8057" actId="20577"/>
          <ac:spMkLst>
            <pc:docMk/>
            <pc:sldMk cId="3997651574" sldId="568"/>
            <ac:spMk id="4" creationId="{87FD88D3-7A26-443A-88DE-9C2C37E1A5E5}"/>
          </ac:spMkLst>
        </pc:spChg>
      </pc:sldChg>
      <pc:sldChg chg="addSp modSp add mod modAnim">
        <pc:chgData name="Amir" userId="065951d4-4781-441f-ab30-2019f0b03826" providerId="ADAL" clId="{1D48DFC2-D5F9-4FD6-955B-0B473925755E}" dt="2020-09-03T02:29:01.724" v="3707"/>
        <pc:sldMkLst>
          <pc:docMk/>
          <pc:sldMk cId="1845203218" sldId="569"/>
        </pc:sldMkLst>
        <pc:spChg chg="add mod">
          <ac:chgData name="Amir" userId="065951d4-4781-441f-ab30-2019f0b03826" providerId="ADAL" clId="{1D48DFC2-D5F9-4FD6-955B-0B473925755E}" dt="2020-09-03T02:28:51.002" v="3706" actId="1076"/>
          <ac:spMkLst>
            <pc:docMk/>
            <pc:sldMk cId="1845203218" sldId="569"/>
            <ac:spMk id="3" creationId="{5CE1F1BB-7B99-49CF-B149-46FA495A7217}"/>
          </ac:spMkLst>
        </pc:spChg>
        <pc:spChg chg="mod">
          <ac:chgData name="Amir" userId="065951d4-4781-441f-ab30-2019f0b03826" providerId="ADAL" clId="{1D48DFC2-D5F9-4FD6-955B-0B473925755E}" dt="2020-09-03T02:28:42.299" v="3705" actId="313"/>
          <ac:spMkLst>
            <pc:docMk/>
            <pc:sldMk cId="1845203218" sldId="569"/>
            <ac:spMk id="4" creationId="{87FD88D3-7A26-443A-88DE-9C2C37E1A5E5}"/>
          </ac:spMkLst>
        </pc:spChg>
      </pc:sldChg>
      <pc:sldChg chg="addSp delSp modSp new mod modAnim">
        <pc:chgData name="Amir" userId="065951d4-4781-441f-ab30-2019f0b03826" providerId="ADAL" clId="{1D48DFC2-D5F9-4FD6-955B-0B473925755E}" dt="2020-09-03T02:32:35.354" v="3833" actId="478"/>
        <pc:sldMkLst>
          <pc:docMk/>
          <pc:sldMk cId="3901992280" sldId="570"/>
        </pc:sldMkLst>
        <pc:spChg chg="mod">
          <ac:chgData name="Amir" userId="065951d4-4781-441f-ab30-2019f0b03826" providerId="ADAL" clId="{1D48DFC2-D5F9-4FD6-955B-0B473925755E}" dt="2020-09-03T02:00:05.328" v="3222" actId="20577"/>
          <ac:spMkLst>
            <pc:docMk/>
            <pc:sldMk cId="3901992280" sldId="570"/>
            <ac:spMk id="2" creationId="{7D9743D0-16D5-441A-A9B9-374BCFFA4F9C}"/>
          </ac:spMkLst>
        </pc:spChg>
        <pc:spChg chg="add del mod">
          <ac:chgData name="Amir" userId="065951d4-4781-441f-ab30-2019f0b03826" providerId="ADAL" clId="{1D48DFC2-D5F9-4FD6-955B-0B473925755E}" dt="2020-09-03T02:32:22.447" v="3830" actId="20577"/>
          <ac:spMkLst>
            <pc:docMk/>
            <pc:sldMk cId="3901992280" sldId="570"/>
            <ac:spMk id="3" creationId="{34607D26-334F-460F-8A1A-185B0BCD09B4}"/>
          </ac:spMkLst>
        </pc:spChg>
        <pc:spChg chg="mod topLvl">
          <ac:chgData name="Amir" userId="065951d4-4781-441f-ab30-2019f0b03826" providerId="ADAL" clId="{1D48DFC2-D5F9-4FD6-955B-0B473925755E}" dt="2020-09-03T02:02:51.832" v="3237" actId="1076"/>
          <ac:spMkLst>
            <pc:docMk/>
            <pc:sldMk cId="3901992280" sldId="570"/>
            <ac:spMk id="9" creationId="{A4FE7B51-B265-4BA1-A29B-C39E7A01EF30}"/>
          </ac:spMkLst>
        </pc:spChg>
        <pc:spChg chg="del mod topLvl">
          <ac:chgData name="Amir" userId="065951d4-4781-441f-ab30-2019f0b03826" providerId="ADAL" clId="{1D48DFC2-D5F9-4FD6-955B-0B473925755E}" dt="2020-09-03T02:03:03.068" v="3239" actId="478"/>
          <ac:spMkLst>
            <pc:docMk/>
            <pc:sldMk cId="3901992280" sldId="570"/>
            <ac:spMk id="10" creationId="{A7713D8D-78BE-4710-B27C-5762C5DBD9A7}"/>
          </ac:spMkLst>
        </pc:spChg>
        <pc:grpChg chg="add del mod">
          <ac:chgData name="Amir" userId="065951d4-4781-441f-ab30-2019f0b03826" providerId="ADAL" clId="{1D48DFC2-D5F9-4FD6-955B-0B473925755E}" dt="2020-09-03T02:02:45.953" v="3236" actId="165"/>
          <ac:grpSpMkLst>
            <pc:docMk/>
            <pc:sldMk cId="3901992280" sldId="570"/>
            <ac:grpSpMk id="8" creationId="{93B57387-B561-4A9B-91E4-CA147FDD9201}"/>
          </ac:grpSpMkLst>
        </pc:grpChg>
        <pc:picChg chg="add del mod ord">
          <ac:chgData name="Amir" userId="065951d4-4781-441f-ab30-2019f0b03826" providerId="ADAL" clId="{1D48DFC2-D5F9-4FD6-955B-0B473925755E}" dt="2020-09-03T02:01:25.893" v="3227" actId="22"/>
          <ac:picMkLst>
            <pc:docMk/>
            <pc:sldMk cId="3901992280" sldId="570"/>
            <ac:picMk id="5" creationId="{099132E1-107F-4D1C-A85E-ED0758B8313C}"/>
          </ac:picMkLst>
        </pc:picChg>
        <pc:picChg chg="add mod">
          <ac:chgData name="Amir" userId="065951d4-4781-441f-ab30-2019f0b03826" providerId="ADAL" clId="{1D48DFC2-D5F9-4FD6-955B-0B473925755E}" dt="2020-09-03T02:01:46.164" v="3231" actId="1076"/>
          <ac:picMkLst>
            <pc:docMk/>
            <pc:sldMk cId="3901992280" sldId="570"/>
            <ac:picMk id="7" creationId="{4DC54A2F-7004-498B-97B1-A0CF904C2C6F}"/>
          </ac:picMkLst>
        </pc:picChg>
        <pc:picChg chg="del mod topLvl">
          <ac:chgData name="Amir" userId="065951d4-4781-441f-ab30-2019f0b03826" providerId="ADAL" clId="{1D48DFC2-D5F9-4FD6-955B-0B473925755E}" dt="2020-09-03T02:32:35.354" v="3833" actId="478"/>
          <ac:picMkLst>
            <pc:docMk/>
            <pc:sldMk cId="3901992280" sldId="570"/>
            <ac:picMk id="11" creationId="{17438CC5-3547-47BF-8C0E-5D26EFD4C72F}"/>
          </ac:picMkLst>
        </pc:picChg>
      </pc:sldChg>
      <pc:sldChg chg="addSp modSp add mod ord">
        <pc:chgData name="Amir" userId="065951d4-4781-441f-ab30-2019f0b03826" providerId="ADAL" clId="{1D48DFC2-D5F9-4FD6-955B-0B473925755E}" dt="2020-09-03T01:32:18.798" v="2698" actId="113"/>
        <pc:sldMkLst>
          <pc:docMk/>
          <pc:sldMk cId="3565703027" sldId="571"/>
        </pc:sldMkLst>
        <pc:spChg chg="mod">
          <ac:chgData name="Amir" userId="065951d4-4781-441f-ab30-2019f0b03826" providerId="ADAL" clId="{1D48DFC2-D5F9-4FD6-955B-0B473925755E}" dt="2020-09-03T01:32:18.798" v="2698" actId="113"/>
          <ac:spMkLst>
            <pc:docMk/>
            <pc:sldMk cId="3565703027" sldId="571"/>
            <ac:spMk id="2" creationId="{E164CE4C-A0E7-488F-BD39-423556CB3267}"/>
          </ac:spMkLst>
        </pc:spChg>
        <pc:spChg chg="mod">
          <ac:chgData name="Amir" userId="065951d4-4781-441f-ab30-2019f0b03826" providerId="ADAL" clId="{1D48DFC2-D5F9-4FD6-955B-0B473925755E}" dt="2020-09-03T01:30:50.338" v="2695" actId="20577"/>
          <ac:spMkLst>
            <pc:docMk/>
            <pc:sldMk cId="3565703027" sldId="571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01:28:53.545" v="2685" actId="20577"/>
          <ac:spMkLst>
            <pc:docMk/>
            <pc:sldMk cId="3565703027" sldId="571"/>
            <ac:spMk id="87044" creationId="{00000000-0000-0000-0000-000000000000}"/>
          </ac:spMkLst>
        </pc:spChg>
        <pc:picChg chg="add mod">
          <ac:chgData name="Amir" userId="065951d4-4781-441f-ab30-2019f0b03826" providerId="ADAL" clId="{1D48DFC2-D5F9-4FD6-955B-0B473925755E}" dt="2020-09-03T01:30:18.090" v="2694" actId="207"/>
          <ac:picMkLst>
            <pc:docMk/>
            <pc:sldMk cId="3565703027" sldId="571"/>
            <ac:picMk id="5" creationId="{36832C5C-9DD2-4593-AAF7-810C71493038}"/>
          </ac:picMkLst>
        </pc:picChg>
      </pc:sldChg>
      <pc:sldChg chg="addSp delSp modSp add mod modAnim">
        <pc:chgData name="Amir" userId="065951d4-4781-441f-ab30-2019f0b03826" providerId="ADAL" clId="{1D48DFC2-D5F9-4FD6-955B-0B473925755E}" dt="2020-09-03T02:30:50.512" v="3712"/>
        <pc:sldMkLst>
          <pc:docMk/>
          <pc:sldMk cId="1474259728" sldId="572"/>
        </pc:sldMkLst>
        <pc:spChg chg="add mod">
          <ac:chgData name="Amir" userId="065951d4-4781-441f-ab30-2019f0b03826" providerId="ADAL" clId="{1D48DFC2-D5F9-4FD6-955B-0B473925755E}" dt="2020-09-03T01:50:58.350" v="3102" actId="164"/>
          <ac:spMkLst>
            <pc:docMk/>
            <pc:sldMk cId="1474259728" sldId="572"/>
            <ac:spMk id="6" creationId="{411B5E1F-1F09-47B6-973A-3F1CA7184544}"/>
          </ac:spMkLst>
        </pc:spChg>
        <pc:spChg chg="add del mod">
          <ac:chgData name="Amir" userId="065951d4-4781-441f-ab30-2019f0b03826" providerId="ADAL" clId="{1D48DFC2-D5F9-4FD6-955B-0B473925755E}" dt="2020-09-03T01:56:09.686" v="3158" actId="478"/>
          <ac:spMkLst>
            <pc:docMk/>
            <pc:sldMk cId="1474259728" sldId="572"/>
            <ac:spMk id="11" creationId="{401E755D-DCD8-449E-AB17-78017671F11B}"/>
          </ac:spMkLst>
        </pc:spChg>
        <pc:spChg chg="add mod">
          <ac:chgData name="Amir" userId="065951d4-4781-441f-ab30-2019f0b03826" providerId="ADAL" clId="{1D48DFC2-D5F9-4FD6-955B-0B473925755E}" dt="2020-09-03T01:50:58.350" v="3102" actId="164"/>
          <ac:spMkLst>
            <pc:docMk/>
            <pc:sldMk cId="1474259728" sldId="572"/>
            <ac:spMk id="13" creationId="{97BF521D-E7E2-41A5-98C0-6490B33FD1F8}"/>
          </ac:spMkLst>
        </pc:spChg>
        <pc:spChg chg="mod topLvl">
          <ac:chgData name="Amir" userId="065951d4-4781-441f-ab30-2019f0b03826" providerId="ADAL" clId="{1D48DFC2-D5F9-4FD6-955B-0B473925755E}" dt="2020-09-03T01:55:43.852" v="3153" actId="164"/>
          <ac:spMkLst>
            <pc:docMk/>
            <pc:sldMk cId="1474259728" sldId="572"/>
            <ac:spMk id="35" creationId="{68FB4C85-D304-4C7D-8A21-4E46BB46FE70}"/>
          </ac:spMkLst>
        </pc:spChg>
        <pc:spChg chg="mod topLvl">
          <ac:chgData name="Amir" userId="065951d4-4781-441f-ab30-2019f0b03826" providerId="ADAL" clId="{1D48DFC2-D5F9-4FD6-955B-0B473925755E}" dt="2020-09-03T01:55:43.852" v="3153" actId="164"/>
          <ac:spMkLst>
            <pc:docMk/>
            <pc:sldMk cId="1474259728" sldId="572"/>
            <ac:spMk id="36" creationId="{401A65DD-D8D1-4F13-94DF-F644FEB1F09F}"/>
          </ac:spMkLst>
        </pc:spChg>
        <pc:spChg chg="mod topLvl">
          <ac:chgData name="Amir" userId="065951d4-4781-441f-ab30-2019f0b03826" providerId="ADAL" clId="{1D48DFC2-D5F9-4FD6-955B-0B473925755E}" dt="2020-09-03T01:58:44.631" v="3174" actId="164"/>
          <ac:spMkLst>
            <pc:docMk/>
            <pc:sldMk cId="1474259728" sldId="572"/>
            <ac:spMk id="39" creationId="{573357AF-9C2C-40B0-9CB5-A6A774EF4338}"/>
          </ac:spMkLst>
        </pc:spChg>
        <pc:spChg chg="mod topLvl">
          <ac:chgData name="Amir" userId="065951d4-4781-441f-ab30-2019f0b03826" providerId="ADAL" clId="{1D48DFC2-D5F9-4FD6-955B-0B473925755E}" dt="2020-09-03T01:58:44.631" v="3174" actId="164"/>
          <ac:spMkLst>
            <pc:docMk/>
            <pc:sldMk cId="1474259728" sldId="572"/>
            <ac:spMk id="40" creationId="{C5C175D5-1E03-4519-9D53-2A6800C80509}"/>
          </ac:spMkLst>
        </pc:spChg>
        <pc:spChg chg="mod">
          <ac:chgData name="Amir" userId="065951d4-4781-441f-ab30-2019f0b03826" providerId="ADAL" clId="{1D48DFC2-D5F9-4FD6-955B-0B473925755E}" dt="2020-09-03T01:33:59.143" v="2735" actId="5793"/>
          <ac:spMkLst>
            <pc:docMk/>
            <pc:sldMk cId="1474259728" sldId="572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01:55:25.780" v="3152" actId="207"/>
          <ac:spMkLst>
            <pc:docMk/>
            <pc:sldMk cId="1474259728" sldId="572"/>
            <ac:spMk id="87044" creationId="{00000000-0000-0000-0000-000000000000}"/>
          </ac:spMkLst>
        </pc:spChg>
        <pc:grpChg chg="add mod">
          <ac:chgData name="Amir" userId="065951d4-4781-441f-ab30-2019f0b03826" providerId="ADAL" clId="{1D48DFC2-D5F9-4FD6-955B-0B473925755E}" dt="2020-09-03T01:52:15.555" v="3108" actId="1076"/>
          <ac:grpSpMkLst>
            <pc:docMk/>
            <pc:sldMk cId="1474259728" sldId="572"/>
            <ac:grpSpMk id="15" creationId="{AF00A922-41AA-4939-8B0A-5D21017DA4A1}"/>
          </ac:grpSpMkLst>
        </pc:grpChg>
        <pc:grpChg chg="add mod">
          <ac:chgData name="Amir" userId="065951d4-4781-441f-ab30-2019f0b03826" providerId="ADAL" clId="{1D48DFC2-D5F9-4FD6-955B-0B473925755E}" dt="2020-09-03T01:56:00.961" v="3157" actId="1076"/>
          <ac:grpSpMkLst>
            <pc:docMk/>
            <pc:sldMk cId="1474259728" sldId="572"/>
            <ac:grpSpMk id="19" creationId="{0C375C9D-11C8-441C-AC47-BF726D3F91D0}"/>
          </ac:grpSpMkLst>
        </pc:grpChg>
        <pc:grpChg chg="add mod">
          <ac:chgData name="Amir" userId="065951d4-4781-441f-ab30-2019f0b03826" providerId="ADAL" clId="{1D48DFC2-D5F9-4FD6-955B-0B473925755E}" dt="2020-09-03T01:59:08.364" v="3176" actId="1076"/>
          <ac:grpSpMkLst>
            <pc:docMk/>
            <pc:sldMk cId="1474259728" sldId="572"/>
            <ac:grpSpMk id="20" creationId="{F3151473-B4C8-4D60-B9D3-CD8285668387}"/>
          </ac:grpSpMkLst>
        </pc:grpChg>
        <pc:grpChg chg="add del mod">
          <ac:chgData name="Amir" userId="065951d4-4781-441f-ab30-2019f0b03826" providerId="ADAL" clId="{1D48DFC2-D5F9-4FD6-955B-0B473925755E}" dt="2020-09-03T01:52:51.816" v="3112" actId="165"/>
          <ac:grpSpMkLst>
            <pc:docMk/>
            <pc:sldMk cId="1474259728" sldId="572"/>
            <ac:grpSpMk id="34" creationId="{9A5E072D-7727-41B9-B5EF-11783210AB69}"/>
          </ac:grpSpMkLst>
        </pc:grpChg>
        <pc:grpChg chg="add del mod">
          <ac:chgData name="Amir" userId="065951d4-4781-441f-ab30-2019f0b03826" providerId="ADAL" clId="{1D48DFC2-D5F9-4FD6-955B-0B473925755E}" dt="2020-09-03T01:56:43.547" v="3161" actId="165"/>
          <ac:grpSpMkLst>
            <pc:docMk/>
            <pc:sldMk cId="1474259728" sldId="572"/>
            <ac:grpSpMk id="38" creationId="{92086044-E021-4714-BCC4-9E59A4A1EB32}"/>
          </ac:grpSpMkLst>
        </pc:grpChg>
        <pc:picChg chg="add mod">
          <ac:chgData name="Amir" userId="065951d4-4781-441f-ab30-2019f0b03826" providerId="ADAL" clId="{1D48DFC2-D5F9-4FD6-955B-0B473925755E}" dt="2020-09-03T01:52:23.238" v="3109" actId="1076"/>
          <ac:picMkLst>
            <pc:docMk/>
            <pc:sldMk cId="1474259728" sldId="572"/>
            <ac:picMk id="3" creationId="{43FF1744-449F-4C48-80F0-7E8CE8C105C9}"/>
          </ac:picMkLst>
        </pc:picChg>
        <pc:picChg chg="del mod">
          <ac:chgData name="Amir" userId="065951d4-4781-441f-ab30-2019f0b03826" providerId="ADAL" clId="{1D48DFC2-D5F9-4FD6-955B-0B473925755E}" dt="2020-09-03T01:35:35.622" v="2861" actId="478"/>
          <ac:picMkLst>
            <pc:docMk/>
            <pc:sldMk cId="1474259728" sldId="572"/>
            <ac:picMk id="5" creationId="{36832C5C-9DD2-4593-AAF7-810C71493038}"/>
          </ac:picMkLst>
        </pc:picChg>
        <pc:picChg chg="mod">
          <ac:chgData name="Amir" userId="065951d4-4781-441f-ab30-2019f0b03826" providerId="ADAL" clId="{1D48DFC2-D5F9-4FD6-955B-0B473925755E}" dt="2020-09-03T01:55:54.749" v="3156" actId="1076"/>
          <ac:picMkLst>
            <pc:docMk/>
            <pc:sldMk cId="1474259728" sldId="572"/>
            <ac:picMk id="7" creationId="{76495708-801A-4D16-8C02-F14D536AF17F}"/>
          </ac:picMkLst>
        </pc:picChg>
        <pc:picChg chg="add mod ord modCrop">
          <ac:chgData name="Amir" userId="065951d4-4781-441f-ab30-2019f0b03826" providerId="ADAL" clId="{1D48DFC2-D5F9-4FD6-955B-0B473925755E}" dt="2020-09-03T01:50:58.350" v="3102" actId="164"/>
          <ac:picMkLst>
            <pc:docMk/>
            <pc:sldMk cId="1474259728" sldId="572"/>
            <ac:picMk id="8" creationId="{040BECF6-D942-4518-B221-9A731B22B44D}"/>
          </ac:picMkLst>
        </pc:picChg>
        <pc:picChg chg="mod topLvl modCrop">
          <ac:chgData name="Amir" userId="065951d4-4781-441f-ab30-2019f0b03826" providerId="ADAL" clId="{1D48DFC2-D5F9-4FD6-955B-0B473925755E}" dt="2020-09-03T01:55:43.852" v="3153" actId="164"/>
          <ac:picMkLst>
            <pc:docMk/>
            <pc:sldMk cId="1474259728" sldId="572"/>
            <ac:picMk id="37" creationId="{D9750E5B-4A94-46D4-9EFA-CB8FD0D9F4FD}"/>
          </ac:picMkLst>
        </pc:picChg>
        <pc:picChg chg="mod topLvl modCrop">
          <ac:chgData name="Amir" userId="065951d4-4781-441f-ab30-2019f0b03826" providerId="ADAL" clId="{1D48DFC2-D5F9-4FD6-955B-0B473925755E}" dt="2020-09-03T01:58:44.631" v="3174" actId="164"/>
          <ac:picMkLst>
            <pc:docMk/>
            <pc:sldMk cId="1474259728" sldId="572"/>
            <ac:picMk id="41" creationId="{F92C3762-95B4-4C03-ABC5-FC45E057F655}"/>
          </ac:picMkLst>
        </pc:picChg>
      </pc:sldChg>
      <pc:sldChg chg="delSp modSp add mod ord modAnim">
        <pc:chgData name="Amir" userId="065951d4-4781-441f-ab30-2019f0b03826" providerId="ADAL" clId="{1D48DFC2-D5F9-4FD6-955B-0B473925755E}" dt="2020-09-03T03:14:06.211" v="5523" actId="20577"/>
        <pc:sldMkLst>
          <pc:docMk/>
          <pc:sldMk cId="152956316" sldId="573"/>
        </pc:sldMkLst>
        <pc:spChg chg="mod">
          <ac:chgData name="Amir" userId="065951d4-4781-441f-ab30-2019f0b03826" providerId="ADAL" clId="{1D48DFC2-D5F9-4FD6-955B-0B473925755E}" dt="2020-09-03T03:14:06.211" v="5523" actId="20577"/>
          <ac:spMkLst>
            <pc:docMk/>
            <pc:sldMk cId="152956316" sldId="573"/>
            <ac:spMk id="2" creationId="{7D9743D0-16D5-441A-A9B9-374BCFFA4F9C}"/>
          </ac:spMkLst>
        </pc:spChg>
        <pc:spChg chg="mod">
          <ac:chgData name="Amir" userId="065951d4-4781-441f-ab30-2019f0b03826" providerId="ADAL" clId="{1D48DFC2-D5F9-4FD6-955B-0B473925755E}" dt="2020-09-03T03:14:01.340" v="5521" actId="20577"/>
          <ac:spMkLst>
            <pc:docMk/>
            <pc:sldMk cId="152956316" sldId="573"/>
            <ac:spMk id="3" creationId="{34607D26-334F-460F-8A1A-185B0BCD09B4}"/>
          </ac:spMkLst>
        </pc:spChg>
        <pc:spChg chg="del mod">
          <ac:chgData name="Amir" userId="065951d4-4781-441f-ab30-2019f0b03826" providerId="ADAL" clId="{1D48DFC2-D5F9-4FD6-955B-0B473925755E}" dt="2020-09-03T03:03:27.123" v="5116" actId="478"/>
          <ac:spMkLst>
            <pc:docMk/>
            <pc:sldMk cId="152956316" sldId="573"/>
            <ac:spMk id="9" creationId="{A4FE7B51-B265-4BA1-A29B-C39E7A01EF30}"/>
          </ac:spMkLst>
        </pc:spChg>
        <pc:picChg chg="del">
          <ac:chgData name="Amir" userId="065951d4-4781-441f-ab30-2019f0b03826" providerId="ADAL" clId="{1D48DFC2-D5F9-4FD6-955B-0B473925755E}" dt="2020-09-03T02:50:58.352" v="4103" actId="478"/>
          <ac:picMkLst>
            <pc:docMk/>
            <pc:sldMk cId="152956316" sldId="573"/>
            <ac:picMk id="7" creationId="{4DC54A2F-7004-498B-97B1-A0CF904C2C6F}"/>
          </ac:picMkLst>
        </pc:picChg>
      </pc:sldChg>
      <pc:sldChg chg="addSp modSp add mod modAnim">
        <pc:chgData name="Amir" userId="065951d4-4781-441f-ab30-2019f0b03826" providerId="ADAL" clId="{1D48DFC2-D5F9-4FD6-955B-0B473925755E}" dt="2020-09-03T03:23:57.035" v="5874"/>
        <pc:sldMkLst>
          <pc:docMk/>
          <pc:sldMk cId="729791540" sldId="574"/>
        </pc:sldMkLst>
        <pc:spChg chg="mod">
          <ac:chgData name="Amir" userId="065951d4-4781-441f-ab30-2019f0b03826" providerId="ADAL" clId="{1D48DFC2-D5F9-4FD6-955B-0B473925755E}" dt="2020-09-03T03:13:17.950" v="5501" actId="20577"/>
          <ac:spMkLst>
            <pc:docMk/>
            <pc:sldMk cId="729791540" sldId="574"/>
            <ac:spMk id="2" creationId="{7D9743D0-16D5-441A-A9B9-374BCFFA4F9C}"/>
          </ac:spMkLst>
        </pc:spChg>
        <pc:spChg chg="mod">
          <ac:chgData name="Amir" userId="065951d4-4781-441f-ab30-2019f0b03826" providerId="ADAL" clId="{1D48DFC2-D5F9-4FD6-955B-0B473925755E}" dt="2020-09-03T03:23:02.056" v="5867" actId="14100"/>
          <ac:spMkLst>
            <pc:docMk/>
            <pc:sldMk cId="729791540" sldId="574"/>
            <ac:spMk id="3" creationId="{34607D26-334F-460F-8A1A-185B0BCD09B4}"/>
          </ac:spMkLst>
        </pc:spChg>
        <pc:picChg chg="add mod">
          <ac:chgData name="Amir" userId="065951d4-4781-441f-ab30-2019f0b03826" providerId="ADAL" clId="{1D48DFC2-D5F9-4FD6-955B-0B473925755E}" dt="2020-09-03T03:21:04.998" v="5832" actId="1076"/>
          <ac:picMkLst>
            <pc:docMk/>
            <pc:sldMk cId="729791540" sldId="574"/>
            <ac:picMk id="5" creationId="{C70C48CA-801D-4143-9A0F-842F4540B4E3}"/>
          </ac:picMkLst>
        </pc:picChg>
        <pc:picChg chg="add mod ord">
          <ac:chgData name="Amir" userId="065951d4-4781-441f-ab30-2019f0b03826" providerId="ADAL" clId="{1D48DFC2-D5F9-4FD6-955B-0B473925755E}" dt="2020-09-03T03:23:28.386" v="5870" actId="1076"/>
          <ac:picMkLst>
            <pc:docMk/>
            <pc:sldMk cId="729791540" sldId="574"/>
            <ac:picMk id="7" creationId="{D6ACFF5B-EAD3-4F93-9D57-A8B90EA40F6D}"/>
          </ac:picMkLst>
        </pc:picChg>
      </pc:sldChg>
      <pc:sldChg chg="addSp delSp modSp new mod modClrScheme chgLayout">
        <pc:chgData name="Amir" userId="065951d4-4781-441f-ab30-2019f0b03826" providerId="ADAL" clId="{1D48DFC2-D5F9-4FD6-955B-0B473925755E}" dt="2020-09-03T10:59:37.667" v="6580" actId="207"/>
        <pc:sldMkLst>
          <pc:docMk/>
          <pc:sldMk cId="2801272433" sldId="575"/>
        </pc:sldMkLst>
        <pc:spChg chg="mod ord">
          <ac:chgData name="Amir" userId="065951d4-4781-441f-ab30-2019f0b03826" providerId="ADAL" clId="{1D48DFC2-D5F9-4FD6-955B-0B473925755E}" dt="2020-09-03T10:46:12.858" v="6107" actId="700"/>
          <ac:spMkLst>
            <pc:docMk/>
            <pc:sldMk cId="2801272433" sldId="575"/>
            <ac:spMk id="2" creationId="{BECA6C07-8D66-43A6-A865-1F8A30B14338}"/>
          </ac:spMkLst>
        </pc:spChg>
        <pc:spChg chg="del mod ord">
          <ac:chgData name="Amir" userId="065951d4-4781-441f-ab30-2019f0b03826" providerId="ADAL" clId="{1D48DFC2-D5F9-4FD6-955B-0B473925755E}" dt="2020-09-03T10:46:12.858" v="6107" actId="700"/>
          <ac:spMkLst>
            <pc:docMk/>
            <pc:sldMk cId="2801272433" sldId="575"/>
            <ac:spMk id="3" creationId="{62A70228-F841-4CAC-8C90-A8363329C8BD}"/>
          </ac:spMkLst>
        </pc:spChg>
        <pc:spChg chg="add del">
          <ac:chgData name="Amir" userId="065951d4-4781-441f-ab30-2019f0b03826" providerId="ADAL" clId="{1D48DFC2-D5F9-4FD6-955B-0B473925755E}" dt="2020-09-03T10:43:04.070" v="6051" actId="22"/>
          <ac:spMkLst>
            <pc:docMk/>
            <pc:sldMk cId="2801272433" sldId="575"/>
            <ac:spMk id="5" creationId="{B9176D3C-2921-4CCF-A15F-3938D1A0F647}"/>
          </ac:spMkLst>
        </pc:spChg>
        <pc:spChg chg="add mod ord">
          <ac:chgData name="Amir" userId="065951d4-4781-441f-ab30-2019f0b03826" providerId="ADAL" clId="{1D48DFC2-D5F9-4FD6-955B-0B473925755E}" dt="2020-09-03T10:47:11.896" v="6196" actId="20577"/>
          <ac:spMkLst>
            <pc:docMk/>
            <pc:sldMk cId="2801272433" sldId="575"/>
            <ac:spMk id="8" creationId="{AECF43D0-9578-46E3-A9B6-48337884BBFC}"/>
          </ac:spMkLst>
        </pc:spChg>
        <pc:spChg chg="add mod ord">
          <ac:chgData name="Amir" userId="065951d4-4781-441f-ab30-2019f0b03826" providerId="ADAL" clId="{1D48DFC2-D5F9-4FD6-955B-0B473925755E}" dt="2020-09-03T10:59:37.667" v="6580" actId="207"/>
          <ac:spMkLst>
            <pc:docMk/>
            <pc:sldMk cId="2801272433" sldId="575"/>
            <ac:spMk id="9" creationId="{EF085519-3849-4CBF-B24A-E67E1404A753}"/>
          </ac:spMkLst>
        </pc:spChg>
        <pc:spChg chg="add mod ord">
          <ac:chgData name="Amir" userId="065951d4-4781-441f-ab30-2019f0b03826" providerId="ADAL" clId="{1D48DFC2-D5F9-4FD6-955B-0B473925755E}" dt="2020-09-03T10:47:06.907" v="6195" actId="20577"/>
          <ac:spMkLst>
            <pc:docMk/>
            <pc:sldMk cId="2801272433" sldId="575"/>
            <ac:spMk id="10" creationId="{93BA2D6B-F88F-498E-A419-9FAEF734B422}"/>
          </ac:spMkLst>
        </pc:spChg>
        <pc:spChg chg="add mod ord">
          <ac:chgData name="Amir" userId="065951d4-4781-441f-ab30-2019f0b03826" providerId="ADAL" clId="{1D48DFC2-D5F9-4FD6-955B-0B473925755E}" dt="2020-09-03T10:58:32.092" v="6526" actId="207"/>
          <ac:spMkLst>
            <pc:docMk/>
            <pc:sldMk cId="2801272433" sldId="575"/>
            <ac:spMk id="11" creationId="{8D17AB94-9618-4D34-A9EB-10E97D958C13}"/>
          </ac:spMkLst>
        </pc:spChg>
        <pc:spChg chg="add del mod">
          <ac:chgData name="Amir" userId="065951d4-4781-441f-ab30-2019f0b03826" providerId="ADAL" clId="{1D48DFC2-D5F9-4FD6-955B-0B473925755E}" dt="2020-09-03T10:44:15.988" v="6077" actId="26606"/>
          <ac:spMkLst>
            <pc:docMk/>
            <pc:sldMk cId="2801272433" sldId="575"/>
            <ac:spMk id="12" creationId="{BA1881FB-B254-489C-A7D1-22D15C5D08AF}"/>
          </ac:spMkLst>
        </pc:spChg>
        <pc:spChg chg="add del mod">
          <ac:chgData name="Amir" userId="065951d4-4781-441f-ab30-2019f0b03826" providerId="ADAL" clId="{1D48DFC2-D5F9-4FD6-955B-0B473925755E}" dt="2020-09-03T10:44:15.988" v="6077" actId="26606"/>
          <ac:spMkLst>
            <pc:docMk/>
            <pc:sldMk cId="2801272433" sldId="575"/>
            <ac:spMk id="14" creationId="{825BCF61-2E03-4C21-9A65-7B8E770D11D7}"/>
          </ac:spMkLst>
        </pc:spChg>
        <pc:picChg chg="add mod modCrop">
          <ac:chgData name="Amir" userId="065951d4-4781-441f-ab30-2019f0b03826" providerId="ADAL" clId="{1D48DFC2-D5F9-4FD6-955B-0B473925755E}" dt="2020-09-03T10:50:06.458" v="6214" actId="1440"/>
          <ac:picMkLst>
            <pc:docMk/>
            <pc:sldMk cId="2801272433" sldId="575"/>
            <ac:picMk id="7" creationId="{D35B94F8-3C37-4133-94D9-453BB96CDF42}"/>
          </ac:picMkLst>
        </pc:picChg>
        <pc:picChg chg="add mod modCrop">
          <ac:chgData name="Amir" userId="065951d4-4781-441f-ab30-2019f0b03826" providerId="ADAL" clId="{1D48DFC2-D5F9-4FD6-955B-0B473925755E}" dt="2020-09-03T10:48:47.236" v="6205" actId="1440"/>
          <ac:picMkLst>
            <pc:docMk/>
            <pc:sldMk cId="2801272433" sldId="575"/>
            <ac:picMk id="13" creationId="{E87A9C4E-5E7F-41A4-8F6E-EB37914EA89B}"/>
          </ac:picMkLst>
        </pc:picChg>
      </pc:sldChg>
      <pc:sldChg chg="addSp delSp modSp add mod modClrScheme chgLayout">
        <pc:chgData name="Amir" userId="065951d4-4781-441f-ab30-2019f0b03826" providerId="ADAL" clId="{1D48DFC2-D5F9-4FD6-955B-0B473925755E}" dt="2020-09-03T11:03:25.753" v="6800" actId="6549"/>
        <pc:sldMkLst>
          <pc:docMk/>
          <pc:sldMk cId="486328829" sldId="576"/>
        </pc:sldMkLst>
        <pc:spChg chg="mod ord">
          <ac:chgData name="Amir" userId="065951d4-4781-441f-ab30-2019f0b03826" providerId="ADAL" clId="{1D48DFC2-D5F9-4FD6-955B-0B473925755E}" dt="2020-09-03T11:03:25.753" v="6800" actId="6549"/>
          <ac:spMkLst>
            <pc:docMk/>
            <pc:sldMk cId="486328829" sldId="576"/>
            <ac:spMk id="2" creationId="{BECA6C07-8D66-43A6-A865-1F8A30B14338}"/>
          </ac:spMkLst>
        </pc:spChg>
        <pc:spChg chg="add del mod">
          <ac:chgData name="Amir" userId="065951d4-4781-441f-ab30-2019f0b03826" providerId="ADAL" clId="{1D48DFC2-D5F9-4FD6-955B-0B473925755E}" dt="2020-09-03T11:00:36.906" v="6589" actId="478"/>
          <ac:spMkLst>
            <pc:docMk/>
            <pc:sldMk cId="486328829" sldId="576"/>
            <ac:spMk id="3" creationId="{444EB224-E55F-472F-BFA9-3C5486C2529C}"/>
          </ac:spMkLst>
        </pc:spChg>
        <pc:spChg chg="mod ord">
          <ac:chgData name="Amir" userId="065951d4-4781-441f-ab30-2019f0b03826" providerId="ADAL" clId="{1D48DFC2-D5F9-4FD6-955B-0B473925755E}" dt="2020-09-03T11:00:31.682" v="6588" actId="700"/>
          <ac:spMkLst>
            <pc:docMk/>
            <pc:sldMk cId="486328829" sldId="576"/>
            <ac:spMk id="8" creationId="{AECF43D0-9578-46E3-A9B6-48337884BBFC}"/>
          </ac:spMkLst>
        </pc:spChg>
        <pc:spChg chg="mod ord">
          <ac:chgData name="Amir" userId="065951d4-4781-441f-ab30-2019f0b03826" providerId="ADAL" clId="{1D48DFC2-D5F9-4FD6-955B-0B473925755E}" dt="2020-09-03T11:02:49.011" v="6784" actId="6549"/>
          <ac:spMkLst>
            <pc:docMk/>
            <pc:sldMk cId="486328829" sldId="576"/>
            <ac:spMk id="9" creationId="{EF085519-3849-4CBF-B24A-E67E1404A753}"/>
          </ac:spMkLst>
        </pc:spChg>
        <pc:spChg chg="mod ord">
          <ac:chgData name="Amir" userId="065951d4-4781-441f-ab30-2019f0b03826" providerId="ADAL" clId="{1D48DFC2-D5F9-4FD6-955B-0B473925755E}" dt="2020-09-03T11:00:31.682" v="6588" actId="700"/>
          <ac:spMkLst>
            <pc:docMk/>
            <pc:sldMk cId="486328829" sldId="576"/>
            <ac:spMk id="10" creationId="{93BA2D6B-F88F-498E-A419-9FAEF734B422}"/>
          </ac:spMkLst>
        </pc:spChg>
        <pc:spChg chg="del">
          <ac:chgData name="Amir" userId="065951d4-4781-441f-ab30-2019f0b03826" providerId="ADAL" clId="{1D48DFC2-D5F9-4FD6-955B-0B473925755E}" dt="2020-09-03T10:59:57.051" v="6582" actId="478"/>
          <ac:spMkLst>
            <pc:docMk/>
            <pc:sldMk cId="486328829" sldId="576"/>
            <ac:spMk id="11" creationId="{8D17AB94-9618-4D34-A9EB-10E97D958C13}"/>
          </ac:spMkLst>
        </pc:spChg>
      </pc:sldChg>
      <pc:sldChg chg="addSp delSp modSp new del mod">
        <pc:chgData name="Amir" userId="065951d4-4781-441f-ab30-2019f0b03826" providerId="ADAL" clId="{1D48DFC2-D5F9-4FD6-955B-0B473925755E}" dt="2020-09-03T12:13:29.148" v="7092" actId="47"/>
        <pc:sldMkLst>
          <pc:docMk/>
          <pc:sldMk cId="4237460784" sldId="577"/>
        </pc:sldMkLst>
        <pc:spChg chg="mod">
          <ac:chgData name="Amir" userId="065951d4-4781-441f-ab30-2019f0b03826" providerId="ADAL" clId="{1D48DFC2-D5F9-4FD6-955B-0B473925755E}" dt="2020-09-03T12:06:21.946" v="6850" actId="20577"/>
          <ac:spMkLst>
            <pc:docMk/>
            <pc:sldMk cId="4237460784" sldId="577"/>
            <ac:spMk id="2" creationId="{03B5DB39-C0C3-424F-96F9-037FBC732D94}"/>
          </ac:spMkLst>
        </pc:spChg>
        <pc:picChg chg="add del">
          <ac:chgData name="Amir" userId="065951d4-4781-441f-ab30-2019f0b03826" providerId="ADAL" clId="{1D48DFC2-D5F9-4FD6-955B-0B473925755E}" dt="2020-09-03T12:08:45.901" v="6879" actId="21"/>
          <ac:picMkLst>
            <pc:docMk/>
            <pc:sldMk cId="4237460784" sldId="577"/>
            <ac:picMk id="5" creationId="{7CCBC60F-8514-4C3E-A817-1D8B4E1A6B5D}"/>
          </ac:picMkLst>
        </pc:picChg>
      </pc:sldChg>
      <pc:sldChg chg="addSp modSp new del mod">
        <pc:chgData name="Amir" userId="065951d4-4781-441f-ab30-2019f0b03826" providerId="ADAL" clId="{1D48DFC2-D5F9-4FD6-955B-0B473925755E}" dt="2020-09-03T12:13:30.474" v="7093" actId="47"/>
        <pc:sldMkLst>
          <pc:docMk/>
          <pc:sldMk cId="2905853024" sldId="578"/>
        </pc:sldMkLst>
        <pc:spChg chg="mod">
          <ac:chgData name="Amir" userId="065951d4-4781-441f-ab30-2019f0b03826" providerId="ADAL" clId="{1D48DFC2-D5F9-4FD6-955B-0B473925755E}" dt="2020-09-03T12:06:51.312" v="6853" actId="1076"/>
          <ac:spMkLst>
            <pc:docMk/>
            <pc:sldMk cId="2905853024" sldId="578"/>
            <ac:spMk id="3" creationId="{6893F576-864B-411C-B7E8-564E366A9EBB}"/>
          </ac:spMkLst>
        </pc:spChg>
        <pc:picChg chg="add">
          <ac:chgData name="Amir" userId="065951d4-4781-441f-ab30-2019f0b03826" providerId="ADAL" clId="{1D48DFC2-D5F9-4FD6-955B-0B473925755E}" dt="2020-09-03T12:06:48.822" v="6852" actId="22"/>
          <ac:picMkLst>
            <pc:docMk/>
            <pc:sldMk cId="2905853024" sldId="578"/>
            <ac:picMk id="5" creationId="{E02DFA23-6D04-4252-B71B-FF82AF8AB873}"/>
          </ac:picMkLst>
        </pc:picChg>
      </pc:sldChg>
      <pc:sldChg chg="addSp modSp add mod">
        <pc:chgData name="Amir" userId="065951d4-4781-441f-ab30-2019f0b03826" providerId="ADAL" clId="{1D48DFC2-D5F9-4FD6-955B-0B473925755E}" dt="2020-09-03T12:14:30.200" v="7099" actId="20577"/>
        <pc:sldMkLst>
          <pc:docMk/>
          <pc:sldMk cId="2250908641" sldId="579"/>
        </pc:sldMkLst>
        <pc:spChg chg="add mod">
          <ac:chgData name="Amir" userId="065951d4-4781-441f-ab30-2019f0b03826" providerId="ADAL" clId="{1D48DFC2-D5F9-4FD6-955B-0B473925755E}" dt="2020-09-03T12:14:30.200" v="7099" actId="20577"/>
          <ac:spMkLst>
            <pc:docMk/>
            <pc:sldMk cId="2250908641" sldId="579"/>
            <ac:spMk id="3" creationId="{8CF020C8-539B-4EB1-989C-1BA286D8B2CC}"/>
          </ac:spMkLst>
        </pc:spChg>
        <pc:spChg chg="mod">
          <ac:chgData name="Amir" userId="065951d4-4781-441f-ab30-2019f0b03826" providerId="ADAL" clId="{1D48DFC2-D5F9-4FD6-955B-0B473925755E}" dt="2020-09-03T12:10:47.728" v="6982" actId="404"/>
          <ac:spMkLst>
            <pc:docMk/>
            <pc:sldMk cId="2250908641" sldId="579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12:13:14.434" v="7089" actId="403"/>
          <ac:spMkLst>
            <pc:docMk/>
            <pc:sldMk cId="2250908641" sldId="579"/>
            <ac:spMk id="87044" creationId="{00000000-0000-0000-0000-000000000000}"/>
          </ac:spMkLst>
        </pc:spChg>
        <pc:picChg chg="mod">
          <ac:chgData name="Amir" userId="065951d4-4781-441f-ab30-2019f0b03826" providerId="ADAL" clId="{1D48DFC2-D5F9-4FD6-955B-0B473925755E}" dt="2020-09-03T12:13:21.245" v="7091" actId="14100"/>
          <ac:picMkLst>
            <pc:docMk/>
            <pc:sldMk cId="2250908641" sldId="579"/>
            <ac:picMk id="2" creationId="{6A895E07-23CB-4001-ADE7-54C33471CB0B}"/>
          </ac:picMkLst>
        </pc:picChg>
      </pc:sldChg>
      <pc:sldChg chg="addSp delSp modSp new mod modAnim">
        <pc:chgData name="Amir" userId="065951d4-4781-441f-ab30-2019f0b03826" providerId="ADAL" clId="{1D48DFC2-D5F9-4FD6-955B-0B473925755E}" dt="2020-09-05T21:40:40.022" v="8063" actId="1582"/>
        <pc:sldMkLst>
          <pc:docMk/>
          <pc:sldMk cId="1837670551" sldId="580"/>
        </pc:sldMkLst>
        <pc:spChg chg="mod">
          <ac:chgData name="Amir" userId="065951d4-4781-441f-ab30-2019f0b03826" providerId="ADAL" clId="{1D48DFC2-D5F9-4FD6-955B-0B473925755E}" dt="2020-09-03T21:48:29.307" v="7167" actId="20577"/>
          <ac:spMkLst>
            <pc:docMk/>
            <pc:sldMk cId="1837670551" sldId="580"/>
            <ac:spMk id="2" creationId="{6EB6F150-5EA1-40C2-ABDA-E7DD89D4B486}"/>
          </ac:spMkLst>
        </pc:spChg>
        <pc:spChg chg="mod">
          <ac:chgData name="Amir" userId="065951d4-4781-441f-ab30-2019f0b03826" providerId="ADAL" clId="{1D48DFC2-D5F9-4FD6-955B-0B473925755E}" dt="2020-09-05T21:40:40.022" v="8063" actId="1582"/>
          <ac:spMkLst>
            <pc:docMk/>
            <pc:sldMk cId="1837670551" sldId="580"/>
            <ac:spMk id="3" creationId="{DF253F30-0372-4E2A-8AE1-2A4F7643C9CE}"/>
          </ac:spMkLst>
        </pc:spChg>
        <pc:spChg chg="add mod">
          <ac:chgData name="Amir" userId="065951d4-4781-441f-ab30-2019f0b03826" providerId="ADAL" clId="{1D48DFC2-D5F9-4FD6-955B-0B473925755E}" dt="2020-09-04T00:57:36.534" v="8056" actId="14100"/>
          <ac:spMkLst>
            <pc:docMk/>
            <pc:sldMk cId="1837670551" sldId="580"/>
            <ac:spMk id="5" creationId="{E43084BE-7CFB-4812-853A-F9A3ED437EF5}"/>
          </ac:spMkLst>
        </pc:spChg>
        <pc:spChg chg="add mod">
          <ac:chgData name="Amir" userId="065951d4-4781-441f-ab30-2019f0b03826" providerId="ADAL" clId="{1D48DFC2-D5F9-4FD6-955B-0B473925755E}" dt="2020-09-03T22:06:05.680" v="7686" actId="1076"/>
          <ac:spMkLst>
            <pc:docMk/>
            <pc:sldMk cId="1837670551" sldId="580"/>
            <ac:spMk id="7" creationId="{43DD61C3-FFBD-4958-84DB-26B93FC6DA6F}"/>
          </ac:spMkLst>
        </pc:spChg>
        <pc:spChg chg="add mod">
          <ac:chgData name="Amir" userId="065951d4-4781-441f-ab30-2019f0b03826" providerId="ADAL" clId="{1D48DFC2-D5F9-4FD6-955B-0B473925755E}" dt="2020-09-03T22:06:16.257" v="7688" actId="1076"/>
          <ac:spMkLst>
            <pc:docMk/>
            <pc:sldMk cId="1837670551" sldId="580"/>
            <ac:spMk id="12" creationId="{0A487294-DADE-44FA-B77D-CF2F7136B2EA}"/>
          </ac:spMkLst>
        </pc:spChg>
        <pc:spChg chg="add mod">
          <ac:chgData name="Amir" userId="065951d4-4781-441f-ab30-2019f0b03826" providerId="ADAL" clId="{1D48DFC2-D5F9-4FD6-955B-0B473925755E}" dt="2020-09-03T22:04:16.863" v="7678" actId="1035"/>
          <ac:spMkLst>
            <pc:docMk/>
            <pc:sldMk cId="1837670551" sldId="580"/>
            <ac:spMk id="14" creationId="{6E7C3D45-E533-43F3-8B71-EA010AA14344}"/>
          </ac:spMkLst>
        </pc:spChg>
        <pc:spChg chg="add mod">
          <ac:chgData name="Amir" userId="065951d4-4781-441f-ab30-2019f0b03826" providerId="ADAL" clId="{1D48DFC2-D5F9-4FD6-955B-0B473925755E}" dt="2020-09-04T00:57:10.613" v="8054"/>
          <ac:spMkLst>
            <pc:docMk/>
            <pc:sldMk cId="1837670551" sldId="580"/>
            <ac:spMk id="15" creationId="{D8917907-900D-49BF-984D-5D5881DE0132}"/>
          </ac:spMkLst>
        </pc:spChg>
        <pc:spChg chg="add del mod">
          <ac:chgData name="Amir" userId="065951d4-4781-441f-ab30-2019f0b03826" providerId="ADAL" clId="{1D48DFC2-D5F9-4FD6-955B-0B473925755E}" dt="2020-09-04T00:57:19.685" v="8055" actId="478"/>
          <ac:spMkLst>
            <pc:docMk/>
            <pc:sldMk cId="1837670551" sldId="580"/>
            <ac:spMk id="16" creationId="{0B8F46B7-2A89-4295-921F-8129F7203916}"/>
          </ac:spMkLst>
        </pc:spChg>
        <pc:spChg chg="add mod">
          <ac:chgData name="Amir" userId="065951d4-4781-441f-ab30-2019f0b03826" providerId="ADAL" clId="{1D48DFC2-D5F9-4FD6-955B-0B473925755E}" dt="2020-09-03T22:09:20.185" v="7745" actId="20577"/>
          <ac:spMkLst>
            <pc:docMk/>
            <pc:sldMk cId="1837670551" sldId="580"/>
            <ac:spMk id="17" creationId="{8198B1B7-5F5A-487A-B90F-ACA18C337E08}"/>
          </ac:spMkLst>
        </pc:spChg>
        <pc:spChg chg="add mod">
          <ac:chgData name="Amir" userId="065951d4-4781-441f-ab30-2019f0b03826" providerId="ADAL" clId="{1D48DFC2-D5F9-4FD6-955B-0B473925755E}" dt="2020-09-04T00:56:42.597" v="8053" actId="20577"/>
          <ac:spMkLst>
            <pc:docMk/>
            <pc:sldMk cId="1837670551" sldId="580"/>
            <ac:spMk id="18" creationId="{CEF87C03-54BE-422E-8E0B-A350EE8E5D56}"/>
          </ac:spMkLst>
        </pc:spChg>
        <pc:spChg chg="add mod">
          <ac:chgData name="Amir" userId="065951d4-4781-441f-ab30-2019f0b03826" providerId="ADAL" clId="{1D48DFC2-D5F9-4FD6-955B-0B473925755E}" dt="2020-09-03T22:10:02.814" v="7752"/>
          <ac:spMkLst>
            <pc:docMk/>
            <pc:sldMk cId="1837670551" sldId="580"/>
            <ac:spMk id="19" creationId="{0C6F7EE0-9EDB-468B-B274-4B491342CF88}"/>
          </ac:spMkLst>
        </pc:spChg>
        <pc:spChg chg="add mod">
          <ac:chgData name="Amir" userId="065951d4-4781-441f-ab30-2019f0b03826" providerId="ADAL" clId="{1D48DFC2-D5F9-4FD6-955B-0B473925755E}" dt="2020-09-03T22:11:22.307" v="7762" actId="14100"/>
          <ac:spMkLst>
            <pc:docMk/>
            <pc:sldMk cId="1837670551" sldId="580"/>
            <ac:spMk id="21" creationId="{01AC2CE1-1C1A-4705-BBB1-84C2EF6778C2}"/>
          </ac:spMkLst>
        </pc:spChg>
        <pc:spChg chg="add del mod">
          <ac:chgData name="Amir" userId="065951d4-4781-441f-ab30-2019f0b03826" providerId="ADAL" clId="{1D48DFC2-D5F9-4FD6-955B-0B473925755E}" dt="2020-09-03T22:03:57.186" v="7625" actId="478"/>
          <ac:spMkLst>
            <pc:docMk/>
            <pc:sldMk cId="1837670551" sldId="580"/>
            <ac:spMk id="22" creationId="{D7BF59A0-7B72-4448-9D35-E8C5B8DA8B25}"/>
          </ac:spMkLst>
        </pc:spChg>
        <pc:picChg chg="add mod">
          <ac:chgData name="Amir" userId="065951d4-4781-441f-ab30-2019f0b03826" providerId="ADAL" clId="{1D48DFC2-D5F9-4FD6-955B-0B473925755E}" dt="2020-09-04T00:56:19.481" v="8052" actId="1076"/>
          <ac:picMkLst>
            <pc:docMk/>
            <pc:sldMk cId="1837670551" sldId="580"/>
            <ac:picMk id="4" creationId="{5E39E44B-34BD-4699-8F7C-34DEF3731B7E}"/>
          </ac:picMkLst>
        </pc:picChg>
        <pc:picChg chg="add mod">
          <ac:chgData name="Amir" userId="065951d4-4781-441f-ab30-2019f0b03826" providerId="ADAL" clId="{1D48DFC2-D5F9-4FD6-955B-0B473925755E}" dt="2020-09-03T22:07:07.644" v="7730" actId="1076"/>
          <ac:picMkLst>
            <pc:docMk/>
            <pc:sldMk cId="1837670551" sldId="580"/>
            <ac:picMk id="6" creationId="{7A54DB96-C11D-4700-A595-72FA15395E5B}"/>
          </ac:picMkLst>
        </pc:picChg>
        <pc:picChg chg="add mod">
          <ac:chgData name="Amir" userId="065951d4-4781-441f-ab30-2019f0b03826" providerId="ADAL" clId="{1D48DFC2-D5F9-4FD6-955B-0B473925755E}" dt="2020-09-03T22:06:08.883" v="7687" actId="1076"/>
          <ac:picMkLst>
            <pc:docMk/>
            <pc:sldMk cId="1837670551" sldId="580"/>
            <ac:picMk id="10" creationId="{558E5955-0698-4E9A-8C46-573D5609FE66}"/>
          </ac:picMkLst>
        </pc:picChg>
        <pc:picChg chg="add mod">
          <ac:chgData name="Amir" userId="065951d4-4781-441f-ab30-2019f0b03826" providerId="ADAL" clId="{1D48DFC2-D5F9-4FD6-955B-0B473925755E}" dt="2020-09-03T22:04:16.863" v="7678" actId="1035"/>
          <ac:picMkLst>
            <pc:docMk/>
            <pc:sldMk cId="1837670551" sldId="580"/>
            <ac:picMk id="11" creationId="{934611D8-8635-41C0-9095-FF587982CE43}"/>
          </ac:picMkLst>
        </pc:picChg>
        <pc:cxnChg chg="add mod">
          <ac:chgData name="Amir" userId="065951d4-4781-441f-ab30-2019f0b03826" providerId="ADAL" clId="{1D48DFC2-D5F9-4FD6-955B-0B473925755E}" dt="2020-09-03T22:10:02.814" v="7752"/>
          <ac:cxnSpMkLst>
            <pc:docMk/>
            <pc:sldMk cId="1837670551" sldId="580"/>
            <ac:cxnSpMk id="8" creationId="{B4240006-DDB0-4804-A613-6189AAD72856}"/>
          </ac:cxnSpMkLst>
        </pc:cxnChg>
        <pc:cxnChg chg="add mod">
          <ac:chgData name="Amir" userId="065951d4-4781-441f-ab30-2019f0b03826" providerId="ADAL" clId="{1D48DFC2-D5F9-4FD6-955B-0B473925755E}" dt="2020-09-03T22:06:39.648" v="7724" actId="1076"/>
          <ac:cxnSpMkLst>
            <pc:docMk/>
            <pc:sldMk cId="1837670551" sldId="580"/>
            <ac:cxnSpMk id="9" creationId="{5715E416-BFD6-4E05-830E-6C53EDD95380}"/>
          </ac:cxnSpMkLst>
        </pc:cxnChg>
        <pc:cxnChg chg="add mod">
          <ac:chgData name="Amir" userId="065951d4-4781-441f-ab30-2019f0b03826" providerId="ADAL" clId="{1D48DFC2-D5F9-4FD6-955B-0B473925755E}" dt="2020-09-03T22:04:16.863" v="7678" actId="1035"/>
          <ac:cxnSpMkLst>
            <pc:docMk/>
            <pc:sldMk cId="1837670551" sldId="580"/>
            <ac:cxnSpMk id="13" creationId="{2DDA0278-33AD-42FD-AB8D-14EF813FE50A}"/>
          </ac:cxnSpMkLst>
        </pc:cxnChg>
        <pc:cxnChg chg="add mod">
          <ac:chgData name="Amir" userId="065951d4-4781-441f-ab30-2019f0b03826" providerId="ADAL" clId="{1D48DFC2-D5F9-4FD6-955B-0B473925755E}" dt="2020-09-03T22:10:02.814" v="7752"/>
          <ac:cxnSpMkLst>
            <pc:docMk/>
            <pc:sldMk cId="1837670551" sldId="580"/>
            <ac:cxnSpMk id="20" creationId="{16C4F0D1-D1F0-41F9-B1B3-1602AF085C57}"/>
          </ac:cxnSpMkLst>
        </pc:cxnChg>
      </pc:sldChg>
      <pc:sldChg chg="addSp delSp modSp add mod">
        <pc:chgData name="Amir" userId="065951d4-4781-441f-ab30-2019f0b03826" providerId="ADAL" clId="{1D48DFC2-D5F9-4FD6-955B-0B473925755E}" dt="2020-09-09T02:45:58.185" v="8914" actId="16959"/>
        <pc:sldMkLst>
          <pc:docMk/>
          <pc:sldMk cId="1334989806" sldId="581"/>
        </pc:sldMkLst>
        <pc:spChg chg="mod">
          <ac:chgData name="Amir" userId="065951d4-4781-441f-ab30-2019f0b03826" providerId="ADAL" clId="{1D48DFC2-D5F9-4FD6-955B-0B473925755E}" dt="2020-09-09T02:45:58.185" v="8914" actId="16959"/>
          <ac:spMkLst>
            <pc:docMk/>
            <pc:sldMk cId="1334989806" sldId="581"/>
            <ac:spMk id="20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40:45.039" v="8753" actId="20577"/>
          <ac:spMkLst>
            <pc:docMk/>
            <pc:sldMk cId="1334989806" sldId="581"/>
            <ac:spMk id="93187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45:11.379" v="8892" actId="20577"/>
          <ac:spMkLst>
            <pc:docMk/>
            <pc:sldMk cId="1334989806" sldId="581"/>
            <ac:spMk id="93188" creationId="{00000000-0000-0000-0000-000000000000}"/>
          </ac:spMkLst>
        </pc:spChg>
        <pc:picChg chg="del">
          <ac:chgData name="Amir" userId="065951d4-4781-441f-ab30-2019f0b03826" providerId="ADAL" clId="{1D48DFC2-D5F9-4FD6-955B-0B473925755E}" dt="2020-09-09T02:43:41.507" v="8856" actId="478"/>
          <ac:picMkLst>
            <pc:docMk/>
            <pc:sldMk cId="1334989806" sldId="581"/>
            <ac:picMk id="3" creationId="{4629D1AF-47F3-4B3C-A4DC-5BC37CE5A1B4}"/>
          </ac:picMkLst>
        </pc:picChg>
        <pc:picChg chg="add mod">
          <ac:chgData name="Amir" userId="065951d4-4781-441f-ab30-2019f0b03826" providerId="ADAL" clId="{1D48DFC2-D5F9-4FD6-955B-0B473925755E}" dt="2020-09-09T02:43:54.992" v="8859" actId="14100"/>
          <ac:picMkLst>
            <pc:docMk/>
            <pc:sldMk cId="1334989806" sldId="581"/>
            <ac:picMk id="4" creationId="{7E814C58-4280-4191-98F3-B68B205FEF7F}"/>
          </ac:picMkLst>
        </pc:picChg>
      </pc:sldChg>
      <pc:sldChg chg="modSp add mod modAnim">
        <pc:chgData name="Amir" userId="065951d4-4781-441f-ab30-2019f0b03826" providerId="ADAL" clId="{1D48DFC2-D5F9-4FD6-955B-0B473925755E}" dt="2020-09-09T02:48:14.492" v="8987" actId="20577"/>
        <pc:sldMkLst>
          <pc:docMk/>
          <pc:sldMk cId="1266910558" sldId="582"/>
        </pc:sldMkLst>
        <pc:spChg chg="mod">
          <ac:chgData name="Amir" userId="065951d4-4781-441f-ab30-2019f0b03826" providerId="ADAL" clId="{1D48DFC2-D5F9-4FD6-955B-0B473925755E}" dt="2020-09-09T02:47:23.393" v="8950" actId="20577"/>
          <ac:spMkLst>
            <pc:docMk/>
            <pc:sldMk cId="1266910558" sldId="582"/>
            <ac:spMk id="93187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48:14.492" v="8987" actId="20577"/>
          <ac:spMkLst>
            <pc:docMk/>
            <pc:sldMk cId="1266910558" sldId="582"/>
            <ac:spMk id="93188" creationId="{00000000-0000-0000-0000-000000000000}"/>
          </ac:spMkLst>
        </pc:spChg>
      </pc:sldChg>
    </pc:docChg>
  </pc:docChgLst>
  <pc:docChgLst>
    <pc:chgData name="Herzberg, Amir" userId="065951d4-4781-441f-ab30-2019f0b03826" providerId="ADAL" clId="{1D48DFC2-D5F9-4FD6-955B-0B473925755E}"/>
    <pc:docChg chg="undo redo custSel addSld delSld modSld sldOrd">
      <pc:chgData name="Herzberg, Amir" userId="065951d4-4781-441f-ab30-2019f0b03826" providerId="ADAL" clId="{1D48DFC2-D5F9-4FD6-955B-0B473925755E}" dt="2020-09-10T02:46:36.334" v="4549" actId="14100"/>
      <pc:docMkLst>
        <pc:docMk/>
      </pc:docMkLst>
      <pc:sldChg chg="del">
        <pc:chgData name="Herzberg, Amir" userId="065951d4-4781-441f-ab30-2019f0b03826" providerId="ADAL" clId="{1D48DFC2-D5F9-4FD6-955B-0B473925755E}" dt="2020-09-10T02:26:56.212" v="4260" actId="47"/>
        <pc:sldMkLst>
          <pc:docMk/>
          <pc:sldMk cId="0" sldId="278"/>
        </pc:sldMkLst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3402041686" sldId="298"/>
        </pc:sldMkLst>
        <pc:spChg chg="mod">
          <ac:chgData name="Herzberg, Amir" userId="065951d4-4781-441f-ab30-2019f0b03826" providerId="ADAL" clId="{1D48DFC2-D5F9-4FD6-955B-0B473925755E}" dt="2020-09-09T22:47:38.175" v="2717" actId="20577"/>
          <ac:spMkLst>
            <pc:docMk/>
            <pc:sldMk cId="3402041686" sldId="298"/>
            <ac:spMk id="101380" creationId="{00000000-0000-0000-0000-000000000000}"/>
          </ac:spMkLst>
        </pc:spChg>
        <pc:picChg chg="mod">
          <ac:chgData name="Herzberg, Amir" userId="065951d4-4781-441f-ab30-2019f0b03826" providerId="ADAL" clId="{1D48DFC2-D5F9-4FD6-955B-0B473925755E}" dt="2020-09-09T22:47:43" v="2718" actId="1076"/>
          <ac:picMkLst>
            <pc:docMk/>
            <pc:sldMk cId="3402041686" sldId="298"/>
            <ac:picMk id="10" creationId="{9EB0BD1E-CF11-40B7-8BE4-E4CFDE6DCAF0}"/>
          </ac:picMkLst>
        </pc:picChg>
      </pc:sldChg>
      <pc:sldChg chg="modSp add mod">
        <pc:chgData name="Herzberg, Amir" userId="065951d4-4781-441f-ab30-2019f0b03826" providerId="ADAL" clId="{1D48DFC2-D5F9-4FD6-955B-0B473925755E}" dt="2020-09-09T22:38:37.067" v="2385" actId="1036"/>
        <pc:sldMkLst>
          <pc:docMk/>
          <pc:sldMk cId="1002588031" sldId="373"/>
        </pc:sldMkLst>
        <pc:spChg chg="mod">
          <ac:chgData name="Herzberg, Amir" userId="065951d4-4781-441f-ab30-2019f0b03826" providerId="ADAL" clId="{1D48DFC2-D5F9-4FD6-955B-0B473925755E}" dt="2020-09-09T22:38:21.327" v="2352" actId="20577"/>
          <ac:spMkLst>
            <pc:docMk/>
            <pc:sldMk cId="1002588031" sldId="373"/>
            <ac:spMk id="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2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6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7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8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9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44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45" creationId="{00000000-0000-0000-0000-000000000000}"/>
          </ac:spMkLst>
        </pc:sp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33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34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35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40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41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42" creationId="{00000000-0000-0000-0000-000000000000}"/>
          </ac:cxnSpMkLst>
        </pc:cxnChg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1845571897" sldId="373"/>
        </pc:sldMkLst>
      </pc:sldChg>
      <pc:sldChg chg="modSp mod">
        <pc:chgData name="Herzberg, Amir" userId="065951d4-4781-441f-ab30-2019f0b03826" providerId="ADAL" clId="{1D48DFC2-D5F9-4FD6-955B-0B473925755E}" dt="2020-09-09T22:19:56.304" v="1861" actId="113"/>
        <pc:sldMkLst>
          <pc:docMk/>
          <pc:sldMk cId="1048986011" sldId="375"/>
        </pc:sldMkLst>
        <pc:spChg chg="mod">
          <ac:chgData name="Herzberg, Amir" userId="065951d4-4781-441f-ab30-2019f0b03826" providerId="ADAL" clId="{1D48DFC2-D5F9-4FD6-955B-0B473925755E}" dt="2020-09-09T22:12:26.388" v="1807" actId="20577"/>
          <ac:spMkLst>
            <pc:docMk/>
            <pc:sldMk cId="1048986011" sldId="375"/>
            <ac:spMk id="2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19:59:40.619" v="488" actId="20577"/>
          <ac:spMkLst>
            <pc:docMk/>
            <pc:sldMk cId="1048986011" sldId="375"/>
            <ac:spMk id="93187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19:56.304" v="1861" actId="113"/>
          <ac:spMkLst>
            <pc:docMk/>
            <pc:sldMk cId="1048986011" sldId="375"/>
            <ac:spMk id="93188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09T22:53:52.925" v="2728" actId="47"/>
        <pc:sldMkLst>
          <pc:docMk/>
          <pc:sldMk cId="3845615544" sldId="376"/>
        </pc:sldMkLst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2078160232" sldId="377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2078160232" sldId="377"/>
            <ac:spMk id="3" creationId="{00000000-0000-0000-0000-000000000000}"/>
          </ac:spMkLst>
        </pc:spChg>
      </pc:sldChg>
      <pc:sldChg chg="modSp add">
        <pc:chgData name="Herzberg, Amir" userId="065951d4-4781-441f-ab30-2019f0b03826" providerId="ADAL" clId="{1D48DFC2-D5F9-4FD6-955B-0B473925755E}" dt="2020-09-09T20:23:32.516" v="1019" actId="20577"/>
        <pc:sldMkLst>
          <pc:docMk/>
          <pc:sldMk cId="1029797192" sldId="380"/>
        </pc:sldMkLst>
        <pc:spChg chg="mod">
          <ac:chgData name="Herzberg, Amir" userId="065951d4-4781-441f-ab30-2019f0b03826" providerId="ADAL" clId="{1D48DFC2-D5F9-4FD6-955B-0B473925755E}" dt="2020-09-09T20:23:32.516" v="1019" actId="20577"/>
          <ac:spMkLst>
            <pc:docMk/>
            <pc:sldMk cId="1029797192" sldId="380"/>
            <ac:spMk id="3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1585774872" sldId="380"/>
        </pc:sldMkLst>
      </pc:sldChg>
      <pc:sldChg chg="del">
        <pc:chgData name="Herzberg, Amir" userId="065951d4-4781-441f-ab30-2019f0b03826" providerId="ADAL" clId="{1D48DFC2-D5F9-4FD6-955B-0B473925755E}" dt="2020-09-09T22:54:07.900" v="2729" actId="47"/>
        <pc:sldMkLst>
          <pc:docMk/>
          <pc:sldMk cId="1090516318" sldId="417"/>
        </pc:sldMkLst>
      </pc:sldChg>
      <pc:sldChg chg="modSp mod">
        <pc:chgData name="Herzberg, Amir" userId="065951d4-4781-441f-ab30-2019f0b03826" providerId="ADAL" clId="{1D48DFC2-D5F9-4FD6-955B-0B473925755E}" dt="2020-09-09T20:05:45.198" v="896" actId="1076"/>
        <pc:sldMkLst>
          <pc:docMk/>
          <pc:sldMk cId="3172784587" sldId="421"/>
        </pc:sldMkLst>
        <pc:spChg chg="mod">
          <ac:chgData name="Herzberg, Amir" userId="065951d4-4781-441f-ab30-2019f0b03826" providerId="ADAL" clId="{1D48DFC2-D5F9-4FD6-955B-0B473925755E}" dt="2020-09-09T20:05:37.534" v="895" actId="6549"/>
          <ac:spMkLst>
            <pc:docMk/>
            <pc:sldMk cId="3172784587" sldId="421"/>
            <ac:spMk id="4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0:05:45.198" v="896" actId="1076"/>
          <ac:spMkLst>
            <pc:docMk/>
            <pc:sldMk cId="3172784587" sldId="421"/>
            <ac:spMk id="5" creationId="{00000000-0000-0000-0000-000000000000}"/>
          </ac:spMkLst>
        </pc:spChg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489864360" sldId="424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489864360" sldId="424"/>
            <ac:spMk id="3" creationId="{00000000-0000-0000-0000-000000000000}"/>
          </ac:spMkLst>
        </pc:spChg>
      </pc:sldChg>
      <pc:sldChg chg="modSp add">
        <pc:chgData name="Herzberg, Amir" userId="065951d4-4781-441f-ab30-2019f0b03826" providerId="ADAL" clId="{1D48DFC2-D5F9-4FD6-955B-0B473925755E}" dt="2020-09-09T20:25:11.318" v="1158" actId="20577"/>
        <pc:sldMkLst>
          <pc:docMk/>
          <pc:sldMk cId="272870578" sldId="430"/>
        </pc:sldMkLst>
        <pc:spChg chg="mod">
          <ac:chgData name="Herzberg, Amir" userId="065951d4-4781-441f-ab30-2019f0b03826" providerId="ADAL" clId="{1D48DFC2-D5F9-4FD6-955B-0B473925755E}" dt="2020-09-09T20:25:11.318" v="1158" actId="20577"/>
          <ac:spMkLst>
            <pc:docMk/>
            <pc:sldMk cId="272870578" sldId="430"/>
            <ac:spMk id="109572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4099287312" sldId="430"/>
        </pc:sldMkLst>
      </pc:sldChg>
      <pc:sldChg chg="modSp modAnim">
        <pc:chgData name="Herzberg, Amir" userId="065951d4-4781-441f-ab30-2019f0b03826" providerId="ADAL" clId="{1D48DFC2-D5F9-4FD6-955B-0B473925755E}" dt="2020-09-09T23:02:02.898" v="2732" actId="20577"/>
        <pc:sldMkLst>
          <pc:docMk/>
          <pc:sldMk cId="726219747" sldId="532"/>
        </pc:sldMkLst>
        <pc:spChg chg="mod">
          <ac:chgData name="Herzberg, Amir" userId="065951d4-4781-441f-ab30-2019f0b03826" providerId="ADAL" clId="{1D48DFC2-D5F9-4FD6-955B-0B473925755E}" dt="2020-09-09T23:02:02.898" v="2732" actId="20577"/>
          <ac:spMkLst>
            <pc:docMk/>
            <pc:sldMk cId="726219747" sldId="532"/>
            <ac:spMk id="56323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10T02:27:10.607" v="4261" actId="47"/>
        <pc:sldMkLst>
          <pc:docMk/>
          <pc:sldMk cId="555083562" sldId="536"/>
        </pc:sldMkLst>
      </pc:sldChg>
      <pc:sldChg chg="modSp del mod">
        <pc:chgData name="Herzberg, Amir" userId="065951d4-4781-441f-ab30-2019f0b03826" providerId="ADAL" clId="{1D48DFC2-D5F9-4FD6-955B-0B473925755E}" dt="2020-09-09T20:20:45.166" v="958" actId="2696"/>
        <pc:sldMkLst>
          <pc:docMk/>
          <pc:sldMk cId="113469257" sldId="538"/>
        </pc:sldMkLst>
        <pc:spChg chg="mod">
          <ac:chgData name="Herzberg, Amir" userId="065951d4-4781-441f-ab30-2019f0b03826" providerId="ADAL" clId="{1D48DFC2-D5F9-4FD6-955B-0B473925755E}" dt="2020-09-09T20:20:07.791" v="957" actId="20577"/>
          <ac:spMkLst>
            <pc:docMk/>
            <pc:sldMk cId="113469257" sldId="538"/>
            <ac:spMk id="3" creationId="{00000000-0000-0000-0000-000000000000}"/>
          </ac:spMkLst>
        </pc:spChg>
      </pc:sldChg>
      <pc:sldChg chg="add mod modShow">
        <pc:chgData name="Herzberg, Amir" userId="065951d4-4781-441f-ab30-2019f0b03826" providerId="ADAL" clId="{1D48DFC2-D5F9-4FD6-955B-0B473925755E}" dt="2020-09-09T20:21:22.846" v="960" actId="729"/>
        <pc:sldMkLst>
          <pc:docMk/>
          <pc:sldMk cId="939218180" sldId="538"/>
        </pc:sldMkLst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98738920" sldId="553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98738920" sldId="553"/>
            <ac:spMk id="10" creationId="{A4F3FE8E-BEF3-408D-AA12-6902612FA99E}"/>
          </ac:spMkLst>
        </pc:spChg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98738920" sldId="553"/>
            <ac:spMk id="87043" creationId="{00000000-0000-0000-0000-000000000000}"/>
          </ac:spMkLst>
        </pc:spChg>
      </pc:sldChg>
      <pc:sldChg chg="modSp mod">
        <pc:chgData name="Herzberg, Amir" userId="065951d4-4781-441f-ab30-2019f0b03826" providerId="ADAL" clId="{1D48DFC2-D5F9-4FD6-955B-0B473925755E}" dt="2020-09-10T02:41:04.526" v="4439" actId="6549"/>
        <pc:sldMkLst>
          <pc:docMk/>
          <pc:sldMk cId="2603816425" sldId="556"/>
        </pc:sldMkLst>
        <pc:spChg chg="mod">
          <ac:chgData name="Herzberg, Amir" userId="065951d4-4781-441f-ab30-2019f0b03826" providerId="ADAL" clId="{1D48DFC2-D5F9-4FD6-955B-0B473925755E}" dt="2020-09-10T02:41:04.526" v="4439" actId="6549"/>
          <ac:spMkLst>
            <pc:docMk/>
            <pc:sldMk cId="2603816425" sldId="556"/>
            <ac:spMk id="870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2603816425" sldId="556"/>
            <ac:spMk id="87044" creationId="{00000000-0000-0000-0000-000000000000}"/>
          </ac:spMkLst>
        </pc:spChg>
      </pc:sldChg>
      <pc:sldChg chg="addSp delSp modSp mod modAnim modNotesTx">
        <pc:chgData name="Herzberg, Amir" userId="065951d4-4781-441f-ab30-2019f0b03826" providerId="ADAL" clId="{1D48DFC2-D5F9-4FD6-955B-0B473925755E}" dt="2020-09-10T00:16:29.925" v="4238" actId="20577"/>
        <pc:sldMkLst>
          <pc:docMk/>
          <pc:sldMk cId="3475145260" sldId="558"/>
        </pc:sldMkLst>
        <pc:spChg chg="add mod">
          <ac:chgData name="Herzberg, Amir" userId="065951d4-4781-441f-ab30-2019f0b03826" providerId="ADAL" clId="{1D48DFC2-D5F9-4FD6-955B-0B473925755E}" dt="2020-09-10T00:05:00.934" v="3952" actId="1076"/>
          <ac:spMkLst>
            <pc:docMk/>
            <pc:sldMk cId="3475145260" sldId="558"/>
            <ac:spMk id="6" creationId="{58304E5D-1974-42DD-A0C9-1B9413392C15}"/>
          </ac:spMkLst>
        </pc:spChg>
        <pc:spChg chg="mod">
          <ac:chgData name="Herzberg, Amir" userId="065951d4-4781-441f-ab30-2019f0b03826" providerId="ADAL" clId="{1D48DFC2-D5F9-4FD6-955B-0B473925755E}" dt="2020-09-09T23:55:25.901" v="3811" actId="20577"/>
          <ac:spMkLst>
            <pc:docMk/>
            <pc:sldMk cId="3475145260" sldId="558"/>
            <ac:spMk id="23" creationId="{05E40356-A8C9-4021-8333-497B1EB84E93}"/>
          </ac:spMkLst>
        </pc:spChg>
        <pc:spChg chg="del">
          <ac:chgData name="Herzberg, Amir" userId="065951d4-4781-441f-ab30-2019f0b03826" providerId="ADAL" clId="{1D48DFC2-D5F9-4FD6-955B-0B473925755E}" dt="2020-09-09T23:55:16.353" v="3805" actId="478"/>
          <ac:spMkLst>
            <pc:docMk/>
            <pc:sldMk cId="3475145260" sldId="558"/>
            <ac:spMk id="26" creationId="{838E588C-58EE-44FB-9392-F6513CAE9E43}"/>
          </ac:spMkLst>
        </pc:spChg>
        <pc:spChg chg="del">
          <ac:chgData name="Herzberg, Amir" userId="065951d4-4781-441f-ab30-2019f0b03826" providerId="ADAL" clId="{1D48DFC2-D5F9-4FD6-955B-0B473925755E}" dt="2020-09-09T23:55:02.568" v="3802" actId="478"/>
          <ac:spMkLst>
            <pc:docMk/>
            <pc:sldMk cId="3475145260" sldId="558"/>
            <ac:spMk id="27" creationId="{2B36F3E0-E831-4797-BC39-492B8B470DC2}"/>
          </ac:spMkLst>
        </pc:spChg>
        <pc:spChg chg="mod">
          <ac:chgData name="Herzberg, Amir" userId="065951d4-4781-441f-ab30-2019f0b03826" providerId="ADAL" clId="{1D48DFC2-D5F9-4FD6-955B-0B473925755E}" dt="2020-09-10T00:12:21.820" v="4173" actId="1076"/>
          <ac:spMkLst>
            <pc:docMk/>
            <pc:sldMk cId="3475145260" sldId="558"/>
            <ac:spMk id="30" creationId="{CF888A1C-B32B-4740-8E88-8E805F8AFBD9}"/>
          </ac:spMkLst>
        </pc:spChg>
        <pc:spChg chg="del">
          <ac:chgData name="Herzberg, Amir" userId="065951d4-4781-441f-ab30-2019f0b03826" providerId="ADAL" clId="{1D48DFC2-D5F9-4FD6-955B-0B473925755E}" dt="2020-09-09T23:55:16.353" v="3805" actId="478"/>
          <ac:spMkLst>
            <pc:docMk/>
            <pc:sldMk cId="3475145260" sldId="558"/>
            <ac:spMk id="31" creationId="{F9B13D2E-BA54-4F95-9EA7-E90033FA6436}"/>
          </ac:spMkLst>
        </pc:spChg>
        <pc:spChg chg="add del">
          <ac:chgData name="Herzberg, Amir" userId="065951d4-4781-441f-ab30-2019f0b03826" providerId="ADAL" clId="{1D48DFC2-D5F9-4FD6-955B-0B473925755E}" dt="2020-09-09T23:33:44.660" v="3232" actId="22"/>
          <ac:spMkLst>
            <pc:docMk/>
            <pc:sldMk cId="3475145260" sldId="558"/>
            <ac:spMk id="32" creationId="{EF9DF270-1663-41B0-BC60-043885A0A422}"/>
          </ac:spMkLst>
        </pc:spChg>
        <pc:spChg chg="del mod">
          <ac:chgData name="Herzberg, Amir" userId="065951d4-4781-441f-ab30-2019f0b03826" providerId="ADAL" clId="{1D48DFC2-D5F9-4FD6-955B-0B473925755E}" dt="2020-09-09T23:58:17.688" v="3884"/>
          <ac:spMkLst>
            <pc:docMk/>
            <pc:sldMk cId="3475145260" sldId="558"/>
            <ac:spMk id="34" creationId="{030ABA18-AE9A-409F-9EF7-251B43DC7BC7}"/>
          </ac:spMkLst>
        </pc:spChg>
        <pc:spChg chg="mod">
          <ac:chgData name="Herzberg, Amir" userId="065951d4-4781-441f-ab30-2019f0b03826" providerId="ADAL" clId="{1D48DFC2-D5F9-4FD6-955B-0B473925755E}" dt="2020-09-10T00:02:36.057" v="3928" actId="14100"/>
          <ac:spMkLst>
            <pc:docMk/>
            <pc:sldMk cId="3475145260" sldId="558"/>
            <ac:spMk id="35" creationId="{29F81633-F46D-47F3-ABB4-86DF9FAFBFBE}"/>
          </ac:spMkLst>
        </pc:spChg>
        <pc:spChg chg="mod">
          <ac:chgData name="Herzberg, Amir" userId="065951d4-4781-441f-ab30-2019f0b03826" providerId="ADAL" clId="{1D48DFC2-D5F9-4FD6-955B-0B473925755E}" dt="2020-09-10T00:01:07.704" v="3889" actId="1076"/>
          <ac:spMkLst>
            <pc:docMk/>
            <pc:sldMk cId="3475145260" sldId="558"/>
            <ac:spMk id="38" creationId="{46D9DFF8-D10B-41BC-B8E1-4BFD670CC4BF}"/>
          </ac:spMkLst>
        </pc:spChg>
        <pc:spChg chg="del mod">
          <ac:chgData name="Herzberg, Amir" userId="065951d4-4781-441f-ab30-2019f0b03826" providerId="ADAL" clId="{1D48DFC2-D5F9-4FD6-955B-0B473925755E}" dt="2020-09-09T23:54:49.664" v="3800" actId="478"/>
          <ac:spMkLst>
            <pc:docMk/>
            <pc:sldMk cId="3475145260" sldId="558"/>
            <ac:spMk id="39" creationId="{4BA17023-3C50-44AD-935E-4832BACF1C95}"/>
          </ac:spMkLst>
        </pc:spChg>
        <pc:spChg chg="mod">
          <ac:chgData name="Herzberg, Amir" userId="065951d4-4781-441f-ab30-2019f0b03826" providerId="ADAL" clId="{1D48DFC2-D5F9-4FD6-955B-0B473925755E}" dt="2020-09-10T00:03:28.309" v="3931" actId="1076"/>
          <ac:spMkLst>
            <pc:docMk/>
            <pc:sldMk cId="3475145260" sldId="558"/>
            <ac:spMk id="41" creationId="{018B8A70-C31F-46AD-BAFA-A01EE32B8AC2}"/>
          </ac:spMkLst>
        </pc:spChg>
        <pc:spChg chg="del mod">
          <ac:chgData name="Herzberg, Amir" userId="065951d4-4781-441f-ab30-2019f0b03826" providerId="ADAL" clId="{1D48DFC2-D5F9-4FD6-955B-0B473925755E}" dt="2020-09-10T00:02:25.864" v="3926" actId="478"/>
          <ac:spMkLst>
            <pc:docMk/>
            <pc:sldMk cId="3475145260" sldId="558"/>
            <ac:spMk id="44" creationId="{6D477CFE-AF61-4111-BC8D-102ABBB4C15C}"/>
          </ac:spMkLst>
        </pc:spChg>
        <pc:spChg chg="del">
          <ac:chgData name="Herzberg, Amir" userId="065951d4-4781-441f-ab30-2019f0b03826" providerId="ADAL" clId="{1D48DFC2-D5F9-4FD6-955B-0B473925755E}" dt="2020-09-09T23:55:16.353" v="3805" actId="478"/>
          <ac:spMkLst>
            <pc:docMk/>
            <pc:sldMk cId="3475145260" sldId="558"/>
            <ac:spMk id="45" creationId="{244600EF-8210-43C4-A074-7F49A1F12221}"/>
          </ac:spMkLst>
        </pc:spChg>
        <pc:spChg chg="del">
          <ac:chgData name="Herzberg, Amir" userId="065951d4-4781-441f-ab30-2019f0b03826" providerId="ADAL" clId="{1D48DFC2-D5F9-4FD6-955B-0B473925755E}" dt="2020-09-09T23:55:37.807" v="3812" actId="478"/>
          <ac:spMkLst>
            <pc:docMk/>
            <pc:sldMk cId="3475145260" sldId="558"/>
            <ac:spMk id="50" creationId="{7169D132-CC2E-476A-9BA6-1B801F0E6B4A}"/>
          </ac:spMkLst>
        </pc:spChg>
        <pc:spChg chg="mod">
          <ac:chgData name="Herzberg, Amir" userId="065951d4-4781-441f-ab30-2019f0b03826" providerId="ADAL" clId="{1D48DFC2-D5F9-4FD6-955B-0B473925755E}" dt="2020-09-09T23:38:54.047" v="3372" actId="20577"/>
          <ac:spMkLst>
            <pc:docMk/>
            <pc:sldMk cId="3475145260" sldId="558"/>
            <ac:spMk id="870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10T00:16:29.925" v="4238" actId="20577"/>
          <ac:spMkLst>
            <pc:docMk/>
            <pc:sldMk cId="3475145260" sldId="558"/>
            <ac:spMk id="87044" creationId="{00000000-0000-0000-0000-000000000000}"/>
          </ac:spMkLst>
        </pc:spChg>
        <pc:picChg chg="add mod">
          <ac:chgData name="Herzberg, Amir" userId="065951d4-4781-441f-ab30-2019f0b03826" providerId="ADAL" clId="{1D48DFC2-D5F9-4FD6-955B-0B473925755E}" dt="2020-09-10T00:03:11.695" v="3930" actId="1076"/>
          <ac:picMkLst>
            <pc:docMk/>
            <pc:sldMk cId="3475145260" sldId="558"/>
            <ac:picMk id="3" creationId="{1D4F8A67-E6F9-4128-92D5-78A6B27253E0}"/>
          </ac:picMkLst>
        </pc:picChg>
        <pc:picChg chg="add mod">
          <ac:chgData name="Herzberg, Amir" userId="065951d4-4781-441f-ab30-2019f0b03826" providerId="ADAL" clId="{1D48DFC2-D5F9-4FD6-955B-0B473925755E}" dt="2020-09-10T00:03:48.762" v="3933" actId="1076"/>
          <ac:picMkLst>
            <pc:docMk/>
            <pc:sldMk cId="3475145260" sldId="558"/>
            <ac:picMk id="4" creationId="{53605930-260A-4E49-B8A7-6577BF2BAF00}"/>
          </ac:picMkLst>
        </pc:picChg>
        <pc:picChg chg="add mod">
          <ac:chgData name="Herzberg, Amir" userId="065951d4-4781-441f-ab30-2019f0b03826" providerId="ADAL" clId="{1D48DFC2-D5F9-4FD6-955B-0B473925755E}" dt="2020-09-10T00:03:55.441" v="3935" actId="1076"/>
          <ac:picMkLst>
            <pc:docMk/>
            <pc:sldMk cId="3475145260" sldId="558"/>
            <ac:picMk id="5" creationId="{2D29DB6F-9B21-43DD-839A-2A18BF6FA798}"/>
          </ac:picMkLst>
        </pc:picChg>
        <pc:picChg chg="add mod">
          <ac:chgData name="Herzberg, Amir" userId="065951d4-4781-441f-ab30-2019f0b03826" providerId="ADAL" clId="{1D48DFC2-D5F9-4FD6-955B-0B473925755E}" dt="2020-09-09T23:50:16.523" v="3733" actId="1076"/>
          <ac:picMkLst>
            <pc:docMk/>
            <pc:sldMk cId="3475145260" sldId="558"/>
            <ac:picMk id="1026" creationId="{EF89AF12-0B3F-497B-A695-DFE5E5A658B1}"/>
          </ac:picMkLst>
        </pc:picChg>
        <pc:picChg chg="add mod">
          <ac:chgData name="Herzberg, Amir" userId="065951d4-4781-441f-ab30-2019f0b03826" providerId="ADAL" clId="{1D48DFC2-D5F9-4FD6-955B-0B473925755E}" dt="2020-09-09T23:50:21.188" v="3734" actId="1076"/>
          <ac:picMkLst>
            <pc:docMk/>
            <pc:sldMk cId="3475145260" sldId="558"/>
            <ac:picMk id="1028" creationId="{F9A9872E-95BB-4167-9A11-446588AFA94B}"/>
          </ac:picMkLst>
        </pc:picChg>
        <pc:picChg chg="add mod">
          <ac:chgData name="Herzberg, Amir" userId="065951d4-4781-441f-ab30-2019f0b03826" providerId="ADAL" clId="{1D48DFC2-D5F9-4FD6-955B-0B473925755E}" dt="2020-09-09T23:50:23.420" v="3735" actId="1076"/>
          <ac:picMkLst>
            <pc:docMk/>
            <pc:sldMk cId="3475145260" sldId="558"/>
            <ac:picMk id="1030" creationId="{FFFD27A0-1868-47C9-BBA3-74731361A723}"/>
          </ac:picMkLst>
        </pc:picChg>
        <pc:picChg chg="add mod">
          <ac:chgData name="Herzberg, Amir" userId="065951d4-4781-441f-ab30-2019f0b03826" providerId="ADAL" clId="{1D48DFC2-D5F9-4FD6-955B-0B473925755E}" dt="2020-09-10T00:01:17.278" v="3891" actId="1076"/>
          <ac:picMkLst>
            <pc:docMk/>
            <pc:sldMk cId="3475145260" sldId="558"/>
            <ac:picMk id="1032" creationId="{6C32259D-24F6-4ED5-BAB1-7499510A2A4F}"/>
          </ac:picMkLst>
        </pc:picChg>
        <pc:picChg chg="add mod">
          <ac:chgData name="Herzberg, Amir" userId="065951d4-4781-441f-ab30-2019f0b03826" providerId="ADAL" clId="{1D48DFC2-D5F9-4FD6-955B-0B473925755E}" dt="2020-09-10T00:01:44.370" v="3899" actId="1076"/>
          <ac:picMkLst>
            <pc:docMk/>
            <pc:sldMk cId="3475145260" sldId="558"/>
            <ac:picMk id="1034" creationId="{20F9267F-93B9-4E12-94E3-A11A1BE3F2D3}"/>
          </ac:picMkLst>
        </pc:picChg>
        <pc:cxnChg chg="del">
          <ac:chgData name="Herzberg, Amir" userId="065951d4-4781-441f-ab30-2019f0b03826" providerId="ADAL" clId="{1D48DFC2-D5F9-4FD6-955B-0B473925755E}" dt="2020-09-09T23:55:16.353" v="3805" actId="478"/>
          <ac:cxnSpMkLst>
            <pc:docMk/>
            <pc:sldMk cId="3475145260" sldId="558"/>
            <ac:cxnSpMk id="25" creationId="{C873D120-DE34-4157-898A-8774D30C6A85}"/>
          </ac:cxnSpMkLst>
        </pc:cxnChg>
        <pc:cxnChg chg="mod">
          <ac:chgData name="Herzberg, Amir" userId="065951d4-4781-441f-ab30-2019f0b03826" providerId="ADAL" clId="{1D48DFC2-D5F9-4FD6-955B-0B473925755E}" dt="2020-09-09T23:57:17.912" v="3874" actId="1076"/>
          <ac:cxnSpMkLst>
            <pc:docMk/>
            <pc:sldMk cId="3475145260" sldId="558"/>
            <ac:cxnSpMk id="28" creationId="{5D204EFF-E301-42CA-84A1-1684BD9CE9A4}"/>
          </ac:cxnSpMkLst>
        </pc:cxnChg>
        <pc:cxnChg chg="mod">
          <ac:chgData name="Herzberg, Amir" userId="065951d4-4781-441f-ab30-2019f0b03826" providerId="ADAL" clId="{1D48DFC2-D5F9-4FD6-955B-0B473925755E}" dt="2020-09-10T00:01:36.964" v="3898" actId="1076"/>
          <ac:cxnSpMkLst>
            <pc:docMk/>
            <pc:sldMk cId="3475145260" sldId="558"/>
            <ac:cxnSpMk id="29" creationId="{5D221908-496E-46C2-841B-EEE33B5C7966}"/>
          </ac:cxnSpMkLst>
        </pc:cxnChg>
        <pc:cxnChg chg="mod">
          <ac:chgData name="Herzberg, Amir" userId="065951d4-4781-441f-ab30-2019f0b03826" providerId="ADAL" clId="{1D48DFC2-D5F9-4FD6-955B-0B473925755E}" dt="2020-09-10T00:01:20.113" v="3892" actId="1076"/>
          <ac:cxnSpMkLst>
            <pc:docMk/>
            <pc:sldMk cId="3475145260" sldId="558"/>
            <ac:cxnSpMk id="36" creationId="{3005C7FA-5239-4303-8D69-A1FA526408FC}"/>
          </ac:cxnSpMkLst>
        </pc:cxnChg>
        <pc:cxnChg chg="mod">
          <ac:chgData name="Herzberg, Amir" userId="065951d4-4781-441f-ab30-2019f0b03826" providerId="ADAL" clId="{1D48DFC2-D5F9-4FD6-955B-0B473925755E}" dt="2020-09-10T00:01:11.973" v="3890" actId="1076"/>
          <ac:cxnSpMkLst>
            <pc:docMk/>
            <pc:sldMk cId="3475145260" sldId="558"/>
            <ac:cxnSpMk id="37" creationId="{ED160489-434A-4D3C-B769-AE469BC71C34}"/>
          </ac:cxnSpMkLst>
        </pc:cxnChg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72891256" sldId="559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72891256" sldId="559"/>
            <ac:spMk id="87043" creationId="{00000000-0000-0000-0000-000000000000}"/>
          </ac:spMkLst>
        </pc:spChg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451796925" sldId="560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451796925" sldId="560"/>
            <ac:spMk id="87043" creationId="{00000000-0000-0000-0000-000000000000}"/>
          </ac:spMkLst>
        </pc:spChg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3755214838" sldId="561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3755214838" sldId="561"/>
            <ac:spMk id="87043" creationId="{00000000-0000-0000-0000-000000000000}"/>
          </ac:spMkLst>
        </pc:spChg>
      </pc:sldChg>
      <pc:sldChg chg="modSp ord">
        <pc:chgData name="Herzberg, Amir" userId="065951d4-4781-441f-ab30-2019f0b03826" providerId="ADAL" clId="{1D48DFC2-D5F9-4FD6-955B-0B473925755E}" dt="2020-09-09T20:08:06.440" v="921" actId="20577"/>
        <pc:sldMkLst>
          <pc:docMk/>
          <pc:sldMk cId="4141138918" sldId="562"/>
        </pc:sldMkLst>
        <pc:spChg chg="mod">
          <ac:chgData name="Herzberg, Amir" userId="065951d4-4781-441f-ab30-2019f0b03826" providerId="ADAL" clId="{1D48DFC2-D5F9-4FD6-955B-0B473925755E}" dt="2020-09-09T20:08:06.440" v="921" actId="20577"/>
          <ac:spMkLst>
            <pc:docMk/>
            <pc:sldMk cId="4141138918" sldId="562"/>
            <ac:spMk id="870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0:07:38.533" v="900" actId="14100"/>
          <ac:spMkLst>
            <pc:docMk/>
            <pc:sldMk cId="4141138918" sldId="562"/>
            <ac:spMk id="87044" creationId="{00000000-0000-0000-0000-000000000000}"/>
          </ac:spMkLst>
        </pc:spChg>
      </pc:sldChg>
      <pc:sldChg chg="modSp add del mod ord">
        <pc:chgData name="Herzberg, Amir" userId="065951d4-4781-441f-ab30-2019f0b03826" providerId="ADAL" clId="{1D48DFC2-D5F9-4FD6-955B-0B473925755E}" dt="2020-09-09T22:20:18.158" v="1862" actId="47"/>
        <pc:sldMkLst>
          <pc:docMk/>
          <pc:sldMk cId="97569913" sldId="563"/>
        </pc:sldMkLst>
        <pc:spChg chg="mod">
          <ac:chgData name="Herzberg, Amir" userId="065951d4-4781-441f-ab30-2019f0b03826" providerId="ADAL" clId="{1D48DFC2-D5F9-4FD6-955B-0B473925755E}" dt="2020-09-09T22:04:00.441" v="1747" actId="113"/>
          <ac:spMkLst>
            <pc:docMk/>
            <pc:sldMk cId="97569913" sldId="563"/>
            <ac:spMk id="93188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2861487067" sldId="563"/>
        </pc:sldMkLst>
      </pc:sldChg>
      <pc:sldChg chg="modSp modAnim">
        <pc:chgData name="Herzberg, Amir" userId="065951d4-4781-441f-ab30-2019f0b03826" providerId="ADAL" clId="{1D48DFC2-D5F9-4FD6-955B-0B473925755E}" dt="2020-09-09T20:06:45.092" v="897" actId="313"/>
        <pc:sldMkLst>
          <pc:docMk/>
          <pc:sldMk cId="1334989806" sldId="581"/>
        </pc:sldMkLst>
        <pc:spChg chg="mod">
          <ac:chgData name="Herzberg, Amir" userId="065951d4-4781-441f-ab30-2019f0b03826" providerId="ADAL" clId="{1D48DFC2-D5F9-4FD6-955B-0B473925755E}" dt="2020-09-09T20:06:45.092" v="897" actId="313"/>
          <ac:spMkLst>
            <pc:docMk/>
            <pc:sldMk cId="1334989806" sldId="581"/>
            <ac:spMk id="93187" creationId="{00000000-0000-0000-0000-000000000000}"/>
          </ac:spMkLst>
        </pc:spChg>
      </pc:sldChg>
      <pc:sldChg chg="addSp delSp modSp mod delAnim modAnim">
        <pc:chgData name="Herzberg, Amir" userId="065951d4-4781-441f-ab30-2019f0b03826" providerId="ADAL" clId="{1D48DFC2-D5F9-4FD6-955B-0B473925755E}" dt="2020-09-09T13:29:07.277" v="459" actId="1076"/>
        <pc:sldMkLst>
          <pc:docMk/>
          <pc:sldMk cId="1266910558" sldId="582"/>
        </pc:sldMkLst>
        <pc:spChg chg="mod">
          <ac:chgData name="Herzberg, Amir" userId="065951d4-4781-441f-ab30-2019f0b03826" providerId="ADAL" clId="{1D48DFC2-D5F9-4FD6-955B-0B473925755E}" dt="2020-09-09T13:20:49.618" v="396" actId="1036"/>
          <ac:spMkLst>
            <pc:docMk/>
            <pc:sldMk cId="1266910558" sldId="582"/>
            <ac:spMk id="3" creationId="{00000000-0000-0000-0000-000000000000}"/>
          </ac:spMkLst>
        </pc:spChg>
        <pc:spChg chg="add mod">
          <ac:chgData name="Herzberg, Amir" userId="065951d4-4781-441f-ab30-2019f0b03826" providerId="ADAL" clId="{1D48DFC2-D5F9-4FD6-955B-0B473925755E}" dt="2020-09-09T13:20:59.331" v="398" actId="1076"/>
          <ac:spMkLst>
            <pc:docMk/>
            <pc:sldMk cId="1266910558" sldId="582"/>
            <ac:spMk id="8" creationId="{B2F1CED8-B8B7-4384-BFB2-432D3E10BA3D}"/>
          </ac:spMkLst>
        </pc:spChg>
        <pc:spChg chg="add del mod">
          <ac:chgData name="Herzberg, Amir" userId="065951d4-4781-441f-ab30-2019f0b03826" providerId="ADAL" clId="{1D48DFC2-D5F9-4FD6-955B-0B473925755E}" dt="2020-09-09T13:23:12.587" v="429" actId="478"/>
          <ac:spMkLst>
            <pc:docMk/>
            <pc:sldMk cId="1266910558" sldId="582"/>
            <ac:spMk id="10" creationId="{4970E9B8-47ED-4458-8F77-6581F8DC9852}"/>
          </ac:spMkLst>
        </pc:spChg>
        <pc:spChg chg="del">
          <ac:chgData name="Herzberg, Amir" userId="065951d4-4781-441f-ab30-2019f0b03826" providerId="ADAL" clId="{1D48DFC2-D5F9-4FD6-955B-0B473925755E}" dt="2020-09-09T13:20:24.811" v="357" actId="478"/>
          <ac:spMkLst>
            <pc:docMk/>
            <pc:sldMk cId="1266910558" sldId="582"/>
            <ac:spMk id="12" creationId="{00000000-0000-0000-0000-000000000000}"/>
          </ac:spMkLst>
        </pc:spChg>
        <pc:spChg chg="add del mod">
          <ac:chgData name="Herzberg, Amir" userId="065951d4-4781-441f-ab30-2019f0b03826" providerId="ADAL" clId="{1D48DFC2-D5F9-4FD6-955B-0B473925755E}" dt="2020-09-09T13:24:54.364" v="438"/>
          <ac:spMkLst>
            <pc:docMk/>
            <pc:sldMk cId="1266910558" sldId="582"/>
            <ac:spMk id="13" creationId="{B46F1B84-A3DD-4C4F-8496-1C335B6CBBDF}"/>
          </ac:spMkLst>
        </pc:spChg>
        <pc:spChg chg="mod">
          <ac:chgData name="Herzberg, Amir" userId="065951d4-4781-441f-ab30-2019f0b03826" providerId="ADAL" clId="{1D48DFC2-D5F9-4FD6-955B-0B473925755E}" dt="2020-09-09T13:21:02.519" v="399" actId="20577"/>
          <ac:spMkLst>
            <pc:docMk/>
            <pc:sldMk cId="1266910558" sldId="582"/>
            <ac:spMk id="93188" creationId="{00000000-0000-0000-0000-000000000000}"/>
          </ac:spMkLst>
        </pc:spChg>
        <pc:graphicFrameChg chg="mod modGraphic">
          <ac:chgData name="Herzberg, Amir" userId="065951d4-4781-441f-ab30-2019f0b03826" providerId="ADAL" clId="{1D48DFC2-D5F9-4FD6-955B-0B473925755E}" dt="2020-09-09T13:25:21.819" v="443" actId="6549"/>
          <ac:graphicFrameMkLst>
            <pc:docMk/>
            <pc:sldMk cId="1266910558" sldId="582"/>
            <ac:graphicFrameMk id="5" creationId="{00000000-0000-0000-0000-000000000000}"/>
          </ac:graphicFrameMkLst>
        </pc:graphicFrameChg>
        <pc:graphicFrameChg chg="add mod modGraphic">
          <ac:chgData name="Herzberg, Amir" userId="065951d4-4781-441f-ab30-2019f0b03826" providerId="ADAL" clId="{1D48DFC2-D5F9-4FD6-955B-0B473925755E}" dt="2020-09-09T13:28:50.887" v="458" actId="1076"/>
          <ac:graphicFrameMkLst>
            <pc:docMk/>
            <pc:sldMk cId="1266910558" sldId="582"/>
            <ac:graphicFrameMk id="9" creationId="{D9D0021D-A50E-4E12-AC2F-4FC9CC75B914}"/>
          </ac:graphicFrameMkLst>
        </pc:graphicFrameChg>
        <pc:graphicFrameChg chg="add mod ord modGraphic">
          <ac:chgData name="Herzberg, Amir" userId="065951d4-4781-441f-ab30-2019f0b03826" providerId="ADAL" clId="{1D48DFC2-D5F9-4FD6-955B-0B473925755E}" dt="2020-09-09T13:24:10.092" v="435" actId="167"/>
          <ac:graphicFrameMkLst>
            <pc:docMk/>
            <pc:sldMk cId="1266910558" sldId="582"/>
            <ac:graphicFrameMk id="11" creationId="{EC00075C-2AD5-49F2-8FF0-498657C36F87}"/>
          </ac:graphicFrameMkLst>
        </pc:graphicFrameChg>
        <pc:graphicFrameChg chg="add del mod">
          <ac:chgData name="Herzberg, Amir" userId="065951d4-4781-441f-ab30-2019f0b03826" providerId="ADAL" clId="{1D48DFC2-D5F9-4FD6-955B-0B473925755E}" dt="2020-09-09T13:24:54.364" v="438"/>
          <ac:graphicFrameMkLst>
            <pc:docMk/>
            <pc:sldMk cId="1266910558" sldId="582"/>
            <ac:graphicFrameMk id="14" creationId="{5887265B-7709-4E57-859E-A3B56ED4E161}"/>
          </ac:graphicFrameMkLst>
        </pc:graphicFrameChg>
        <pc:graphicFrameChg chg="add mod">
          <ac:chgData name="Herzberg, Amir" userId="065951d4-4781-441f-ab30-2019f0b03826" providerId="ADAL" clId="{1D48DFC2-D5F9-4FD6-955B-0B473925755E}" dt="2020-09-09T13:29:07.277" v="459" actId="1076"/>
          <ac:graphicFrameMkLst>
            <pc:docMk/>
            <pc:sldMk cId="1266910558" sldId="582"/>
            <ac:graphicFrameMk id="15" creationId="{EDD843F7-9587-48B0-9470-1675D11B8F4B}"/>
          </ac:graphicFrameMkLst>
        </pc:graphicFrameChg>
        <pc:picChg chg="del">
          <ac:chgData name="Herzberg, Amir" userId="065951d4-4781-441f-ab30-2019f0b03826" providerId="ADAL" clId="{1D48DFC2-D5F9-4FD6-955B-0B473925755E}" dt="2020-09-09T13:19:53.203" v="356" actId="478"/>
          <ac:picMkLst>
            <pc:docMk/>
            <pc:sldMk cId="1266910558" sldId="582"/>
            <ac:picMk id="6" creationId="{00000000-0000-0000-0000-000000000000}"/>
          </ac:picMkLst>
        </pc:picChg>
      </pc:sldChg>
      <pc:sldChg chg="modSp new del mod ord">
        <pc:chgData name="Herzberg, Amir" userId="065951d4-4781-441f-ab30-2019f0b03826" providerId="ADAL" clId="{1D48DFC2-D5F9-4FD6-955B-0B473925755E}" dt="2020-09-09T22:51:41.537" v="2727" actId="47"/>
        <pc:sldMkLst>
          <pc:docMk/>
          <pc:sldMk cId="3965449454" sldId="583"/>
        </pc:sldMkLst>
        <pc:spChg chg="mod">
          <ac:chgData name="Herzberg, Amir" userId="065951d4-4781-441f-ab30-2019f0b03826" providerId="ADAL" clId="{1D48DFC2-D5F9-4FD6-955B-0B473925755E}" dt="2020-09-09T20:25:58.370" v="1207" actId="20577"/>
          <ac:spMkLst>
            <pc:docMk/>
            <pc:sldMk cId="3965449454" sldId="583"/>
            <ac:spMk id="2" creationId="{A90C3C52-5A7F-42EF-804C-87B8037ABF57}"/>
          </ac:spMkLst>
        </pc:spChg>
        <pc:spChg chg="mod">
          <ac:chgData name="Herzberg, Amir" userId="065951d4-4781-441f-ab30-2019f0b03826" providerId="ADAL" clId="{1D48DFC2-D5F9-4FD6-955B-0B473925755E}" dt="2020-09-09T22:02:29.883" v="1742" actId="20577"/>
          <ac:spMkLst>
            <pc:docMk/>
            <pc:sldMk cId="3965449454" sldId="583"/>
            <ac:spMk id="3" creationId="{2FC88C7A-9099-47A1-8136-D2BC7DA3322F}"/>
          </ac:spMkLst>
        </pc:spChg>
      </pc:sldChg>
      <pc:sldChg chg="addSp modSp add mod ord addAnim delAnim modAnim">
        <pc:chgData name="Herzberg, Amir" userId="065951d4-4781-441f-ab30-2019f0b03826" providerId="ADAL" clId="{1D48DFC2-D5F9-4FD6-955B-0B473925755E}" dt="2020-09-09T22:34:56.413" v="2289" actId="1076"/>
        <pc:sldMkLst>
          <pc:docMk/>
          <pc:sldMk cId="1604613608" sldId="584"/>
        </pc:sldMkLst>
        <pc:spChg chg="add mod">
          <ac:chgData name="Herzberg, Amir" userId="065951d4-4781-441f-ab30-2019f0b03826" providerId="ADAL" clId="{1D48DFC2-D5F9-4FD6-955B-0B473925755E}" dt="2020-09-09T22:34:56.413" v="2289" actId="1076"/>
          <ac:spMkLst>
            <pc:docMk/>
            <pc:sldMk cId="1604613608" sldId="584"/>
            <ac:spMk id="4" creationId="{D3185E4E-DB8B-48CE-9BAC-44731EB90EA3}"/>
          </ac:spMkLst>
        </pc:spChg>
        <pc:spChg chg="mod">
          <ac:chgData name="Herzberg, Amir" userId="065951d4-4781-441f-ab30-2019f0b03826" providerId="ADAL" clId="{1D48DFC2-D5F9-4FD6-955B-0B473925755E}" dt="2020-09-09T22:20:59.490" v="1891" actId="20577"/>
          <ac:spMkLst>
            <pc:docMk/>
            <pc:sldMk cId="1604613608" sldId="584"/>
            <ac:spMk id="93187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4:47.503" v="2288" actId="403"/>
          <ac:spMkLst>
            <pc:docMk/>
            <pc:sldMk cId="1604613608" sldId="584"/>
            <ac:spMk id="93188" creationId="{00000000-0000-0000-0000-000000000000}"/>
          </ac:spMkLst>
        </pc:spChg>
        <pc:picChg chg="add mod">
          <ac:chgData name="Herzberg, Amir" userId="065951d4-4781-441f-ab30-2019f0b03826" providerId="ADAL" clId="{1D48DFC2-D5F9-4FD6-955B-0B473925755E}" dt="2020-09-09T22:32:17.173" v="2273" actId="208"/>
          <ac:picMkLst>
            <pc:docMk/>
            <pc:sldMk cId="1604613608" sldId="584"/>
            <ac:picMk id="3" creationId="{77C802FB-F045-439D-A885-385A66A171A1}"/>
          </ac:picMkLst>
        </pc:picChg>
      </pc:sldChg>
      <pc:sldChg chg="add del">
        <pc:chgData name="Herzberg, Amir" userId="065951d4-4781-441f-ab30-2019f0b03826" providerId="ADAL" clId="{1D48DFC2-D5F9-4FD6-955B-0B473925755E}" dt="2020-09-09T22:13:31.462" v="1811" actId="47"/>
        <pc:sldMkLst>
          <pc:docMk/>
          <pc:sldMk cId="2935535729" sldId="585"/>
        </pc:sldMkLst>
      </pc:sldChg>
      <pc:sldChg chg="delSp modSp add mod delAnim modAnim">
        <pc:chgData name="Herzberg, Amir" userId="065951d4-4781-441f-ab30-2019f0b03826" providerId="ADAL" clId="{1D48DFC2-D5F9-4FD6-955B-0B473925755E}" dt="2020-09-09T22:42:13.572" v="2528" actId="20577"/>
        <pc:sldMkLst>
          <pc:docMk/>
          <pc:sldMk cId="3069152987" sldId="585"/>
        </pc:sldMkLst>
        <pc:spChg chg="del">
          <ac:chgData name="Herzberg, Amir" userId="065951d4-4781-441f-ab30-2019f0b03826" providerId="ADAL" clId="{1D48DFC2-D5F9-4FD6-955B-0B473925755E}" dt="2020-09-09T22:37:00.874" v="2294" actId="478"/>
          <ac:spMkLst>
            <pc:docMk/>
            <pc:sldMk cId="3069152987" sldId="585"/>
            <ac:spMk id="4" creationId="{D3185E4E-DB8B-48CE-9BAC-44731EB90EA3}"/>
          </ac:spMkLst>
        </pc:spChg>
        <pc:spChg chg="mod">
          <ac:chgData name="Herzberg, Amir" userId="065951d4-4781-441f-ab30-2019f0b03826" providerId="ADAL" clId="{1D48DFC2-D5F9-4FD6-955B-0B473925755E}" dt="2020-09-09T22:42:13.572" v="2528" actId="20577"/>
          <ac:spMkLst>
            <pc:docMk/>
            <pc:sldMk cId="3069152987" sldId="585"/>
            <ac:spMk id="93188" creationId="{00000000-0000-0000-0000-000000000000}"/>
          </ac:spMkLst>
        </pc:spChg>
        <pc:picChg chg="del">
          <ac:chgData name="Herzberg, Amir" userId="065951d4-4781-441f-ab30-2019f0b03826" providerId="ADAL" clId="{1D48DFC2-D5F9-4FD6-955B-0B473925755E}" dt="2020-09-09T22:36:56.674" v="2293" actId="478"/>
          <ac:picMkLst>
            <pc:docMk/>
            <pc:sldMk cId="3069152987" sldId="585"/>
            <ac:picMk id="3" creationId="{77C802FB-F045-439D-A885-385A66A171A1}"/>
          </ac:picMkLst>
        </pc:picChg>
      </pc:sldChg>
      <pc:sldChg chg="modSp add">
        <pc:chgData name="Herzberg, Amir" userId="065951d4-4781-441f-ab30-2019f0b03826" providerId="ADAL" clId="{1D48DFC2-D5F9-4FD6-955B-0B473925755E}" dt="2020-09-10T02:32:18.245" v="4263"/>
        <pc:sldMkLst>
          <pc:docMk/>
          <pc:sldMk cId="2373172750" sldId="586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2373172750" sldId="586"/>
            <ac:spMk id="87043" creationId="{00000000-0000-0000-0000-000000000000}"/>
          </ac:spMkLst>
        </pc:spChg>
      </pc:sldChg>
      <pc:sldChg chg="new del">
        <pc:chgData name="Herzberg, Amir" userId="065951d4-4781-441f-ab30-2019f0b03826" providerId="ADAL" clId="{1D48DFC2-D5F9-4FD6-955B-0B473925755E}" dt="2020-09-09T22:47:29.751" v="2716" actId="47"/>
        <pc:sldMkLst>
          <pc:docMk/>
          <pc:sldMk cId="2833550238" sldId="586"/>
        </pc:sldMkLst>
      </pc:sldChg>
      <pc:sldChg chg="new del">
        <pc:chgData name="Herzberg, Amir" userId="065951d4-4781-441f-ab30-2019f0b03826" providerId="ADAL" clId="{1D48DFC2-D5F9-4FD6-955B-0B473925755E}" dt="2020-09-09T22:47:13.687" v="2714" actId="47"/>
        <pc:sldMkLst>
          <pc:docMk/>
          <pc:sldMk cId="3629439617" sldId="586"/>
        </pc:sldMkLst>
      </pc:sldChg>
      <pc:sldChg chg="add del">
        <pc:chgData name="Herzberg, Amir" userId="065951d4-4781-441f-ab30-2019f0b03826" providerId="ADAL" clId="{1D48DFC2-D5F9-4FD6-955B-0B473925755E}" dt="2020-09-09T22:12:45.907" v="1810" actId="47"/>
        <pc:sldMkLst>
          <pc:docMk/>
          <pc:sldMk cId="4243143474" sldId="586"/>
        </pc:sldMkLst>
      </pc:sldChg>
      <pc:sldChg chg="delSp modSp add mod">
        <pc:chgData name="Herzberg, Amir" userId="065951d4-4781-441f-ab30-2019f0b03826" providerId="ADAL" clId="{1D48DFC2-D5F9-4FD6-955B-0B473925755E}" dt="2020-09-10T00:17:08.695" v="4259" actId="20577"/>
        <pc:sldMkLst>
          <pc:docMk/>
          <pc:sldMk cId="74707902" sldId="587"/>
        </pc:sldMkLst>
        <pc:spChg chg="mod">
          <ac:chgData name="Herzberg, Amir" userId="065951d4-4781-441f-ab30-2019f0b03826" providerId="ADAL" clId="{1D48DFC2-D5F9-4FD6-955B-0B473925755E}" dt="2020-09-10T00:17:08.695" v="4259" actId="20577"/>
          <ac:spMkLst>
            <pc:docMk/>
            <pc:sldMk cId="74707902" sldId="587"/>
            <ac:spMk id="87044" creationId="{00000000-0000-0000-0000-000000000000}"/>
          </ac:spMkLst>
        </pc:spChg>
        <pc:picChg chg="del">
          <ac:chgData name="Herzberg, Amir" userId="065951d4-4781-441f-ab30-2019f0b03826" providerId="ADAL" clId="{1D48DFC2-D5F9-4FD6-955B-0B473925755E}" dt="2020-09-10T00:07:35.808" v="4157" actId="478"/>
          <ac:picMkLst>
            <pc:docMk/>
            <pc:sldMk cId="74707902" sldId="587"/>
            <ac:picMk id="3" creationId="{1D4F8A67-E6F9-4128-92D5-78A6B27253E0}"/>
          </ac:picMkLst>
        </pc:picChg>
      </pc:sldChg>
      <pc:sldChg chg="addSp delSp modSp add mod modAnim">
        <pc:chgData name="Herzberg, Amir" userId="065951d4-4781-441f-ab30-2019f0b03826" providerId="ADAL" clId="{1D48DFC2-D5F9-4FD6-955B-0B473925755E}" dt="2020-09-10T02:44:37.551" v="4520" actId="14100"/>
        <pc:sldMkLst>
          <pc:docMk/>
          <pc:sldMk cId="1138948402" sldId="588"/>
        </pc:sldMkLst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2" creationId="{105D997E-CB77-4097-89B6-53D695B04A34}"/>
          </ac:spMkLst>
        </pc:spChg>
        <pc:spChg chg="add mod">
          <ac:chgData name="Herzberg, Amir" userId="065951d4-4781-441f-ab30-2019f0b03826" providerId="ADAL" clId="{1D48DFC2-D5F9-4FD6-955B-0B473925755E}" dt="2020-09-10T02:44:24.415" v="4518" actId="1036"/>
          <ac:spMkLst>
            <pc:docMk/>
            <pc:sldMk cId="1138948402" sldId="588"/>
            <ac:spMk id="5" creationId="{378AB893-90D8-4E9F-AF2B-4EDDBF1104F8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6" creationId="{61BB8011-5B24-4591-9477-630E9703A36A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8" creationId="{A7D1AD2E-182A-43CF-88F6-3A8E780F636F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9" creationId="{46B6F3C2-C563-4801-BA32-01420D024616}"/>
          </ac:spMkLst>
        </pc:spChg>
        <pc:spChg chg="del">
          <ac:chgData name="Herzberg, Amir" userId="065951d4-4781-441f-ab30-2019f0b03826" providerId="ADAL" clId="{1D48DFC2-D5F9-4FD6-955B-0B473925755E}" dt="2020-09-10T02:33:49.442" v="4280" actId="478"/>
          <ac:spMkLst>
            <pc:docMk/>
            <pc:sldMk cId="1138948402" sldId="588"/>
            <ac:spMk id="11" creationId="{4D62D73E-CA5E-4D15-A895-B3E471BC706C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12" creationId="{D4F4BCC2-7228-4046-BB6B-3DEC377CDD93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32" creationId="{E8C68719-CEF9-4009-93AB-492F9C8A5306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33" creationId="{BBB2A9FD-CC38-49C2-9269-75237B90953E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3" creationId="{A8D370C7-1344-430B-8CC1-AD16C95D2178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6" creationId="{AC314D5D-0991-4921-AD5E-3148E9D8052E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7" creationId="{93B7415D-16B4-4DD2-9D48-5BFE2AA37BA5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8" creationId="{32C901DB-2626-404A-9B70-779BE423AD03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9" creationId="{193472D7-55F4-401E-8386-FF9371995BD6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67" creationId="{F3E8C257-CD7B-4D4C-B6D1-59F9031C22D5}"/>
          </ac:spMkLst>
        </pc:spChg>
        <pc:spChg chg="mod">
          <ac:chgData name="Herzberg, Amir" userId="065951d4-4781-441f-ab30-2019f0b03826" providerId="ADAL" clId="{1D48DFC2-D5F9-4FD6-955B-0B473925755E}" dt="2020-09-10T02:40:32.110" v="4436" actId="20577"/>
          <ac:spMkLst>
            <pc:docMk/>
            <pc:sldMk cId="1138948402" sldId="588"/>
            <ac:spMk id="870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10T02:33:41.207" v="4279" actId="6549"/>
          <ac:spMkLst>
            <pc:docMk/>
            <pc:sldMk cId="1138948402" sldId="588"/>
            <ac:spMk id="87044" creationId="{00000000-0000-0000-0000-000000000000}"/>
          </ac:spMkLst>
        </pc:spChg>
        <pc:picChg chg="del">
          <ac:chgData name="Herzberg, Amir" userId="065951d4-4781-441f-ab30-2019f0b03826" providerId="ADAL" clId="{1D48DFC2-D5F9-4FD6-955B-0B473925755E}" dt="2020-09-10T02:34:18.810" v="4281" actId="478"/>
          <ac:picMkLst>
            <pc:docMk/>
            <pc:sldMk cId="1138948402" sldId="588"/>
            <ac:picMk id="4" creationId="{068C1760-2C53-44B8-84B1-5A6AE1588B83}"/>
          </ac:picMkLst>
        </pc:picChg>
        <pc:picChg chg="add mod">
          <ac:chgData name="Herzberg, Amir" userId="065951d4-4781-441f-ab30-2019f0b03826" providerId="ADAL" clId="{1D48DFC2-D5F9-4FD6-955B-0B473925755E}" dt="2020-09-10T02:44:24.415" v="4518" actId="1036"/>
          <ac:picMkLst>
            <pc:docMk/>
            <pc:sldMk cId="1138948402" sldId="588"/>
            <ac:picMk id="10" creationId="{ACC4CFBD-9094-4495-9066-2F5847F12FFC}"/>
          </ac:picMkLst>
        </pc:picChg>
        <pc:picChg chg="mod">
          <ac:chgData name="Herzberg, Amir" userId="065951d4-4781-441f-ab30-2019f0b03826" providerId="ADAL" clId="{1D48DFC2-D5F9-4FD6-955B-0B473925755E}" dt="2020-09-10T02:44:37.551" v="4520" actId="14100"/>
          <ac:picMkLst>
            <pc:docMk/>
            <pc:sldMk cId="1138948402" sldId="588"/>
            <ac:picMk id="14" creationId="{CA8A7E0C-D603-4E4A-9320-08CF7C2E0E52}"/>
          </ac:picMkLst>
        </pc:pic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3" creationId="{20518B38-C752-4868-9866-5962B1AD4463}"/>
          </ac:cxnSpMkLst>
        </pc:cxn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40" creationId="{CDA50C83-F55A-4223-B2E1-FD2C3E06655A}"/>
          </ac:cxnSpMkLst>
        </pc:cxn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42" creationId="{7B9D95FE-7CF0-4835-AFD3-78D63160F173}"/>
          </ac:cxnSpMkLst>
        </pc:cxn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62" creationId="{6A512C49-B37A-45FE-8E61-5B1D4D205C65}"/>
          </ac:cxnSpMkLst>
        </pc:cxn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64" creationId="{C1187C5F-4D48-4109-BA79-104BB183DD20}"/>
          </ac:cxnSpMkLst>
        </pc:cxnChg>
      </pc:sldChg>
      <pc:sldChg chg="modSp add del mod">
        <pc:chgData name="Herzberg, Amir" userId="065951d4-4781-441f-ab30-2019f0b03826" providerId="ADAL" clId="{1D48DFC2-D5F9-4FD6-955B-0B473925755E}" dt="2020-09-10T02:44:49.182" v="4521" actId="47"/>
        <pc:sldMkLst>
          <pc:docMk/>
          <pc:sldMk cId="1200359713" sldId="589"/>
        </pc:sldMkLst>
        <pc:spChg chg="mod">
          <ac:chgData name="Herzberg, Amir" userId="065951d4-4781-441f-ab30-2019f0b03826" providerId="ADAL" clId="{1D48DFC2-D5F9-4FD6-955B-0B473925755E}" dt="2020-09-10T02:43:23.046" v="4447" actId="20577"/>
          <ac:spMkLst>
            <pc:docMk/>
            <pc:sldMk cId="1200359713" sldId="589"/>
            <ac:spMk id="5" creationId="{378AB893-90D8-4E9F-AF2B-4EDDBF1104F8}"/>
          </ac:spMkLst>
        </pc:spChg>
        <pc:spChg chg="mod">
          <ac:chgData name="Herzberg, Amir" userId="065951d4-4781-441f-ab30-2019f0b03826" providerId="ADAL" clId="{1D48DFC2-D5F9-4FD6-955B-0B473925755E}" dt="2020-09-10T02:43:13.870" v="4444" actId="20577"/>
          <ac:spMkLst>
            <pc:docMk/>
            <pc:sldMk cId="1200359713" sldId="589"/>
            <ac:spMk id="87043" creationId="{00000000-0000-0000-0000-000000000000}"/>
          </ac:spMkLst>
        </pc:spChg>
      </pc:sldChg>
      <pc:sldChg chg="addSp delSp modSp add mod">
        <pc:chgData name="Herzberg, Amir" userId="065951d4-4781-441f-ab30-2019f0b03826" providerId="ADAL" clId="{1D48DFC2-D5F9-4FD6-955B-0B473925755E}" dt="2020-09-10T02:46:36.334" v="4549" actId="14100"/>
        <pc:sldMkLst>
          <pc:docMk/>
          <pc:sldMk cId="2627156152" sldId="589"/>
        </pc:sldMkLst>
        <pc:spChg chg="mod">
          <ac:chgData name="Herzberg, Amir" userId="065951d4-4781-441f-ab30-2019f0b03826" providerId="ADAL" clId="{1D48DFC2-D5F9-4FD6-955B-0B473925755E}" dt="2020-09-10T02:45:12.052" v="4541" actId="20577"/>
          <ac:spMkLst>
            <pc:docMk/>
            <pc:sldMk cId="2627156152" sldId="589"/>
            <ac:spMk id="5" creationId="{378AB893-90D8-4E9F-AF2B-4EDDBF1104F8}"/>
          </ac:spMkLst>
        </pc:spChg>
        <pc:spChg chg="mod">
          <ac:chgData name="Herzberg, Amir" userId="065951d4-4781-441f-ab30-2019f0b03826" providerId="ADAL" clId="{1D48DFC2-D5F9-4FD6-955B-0B473925755E}" dt="2020-09-10T02:45:01.406" v="4532" actId="20577"/>
          <ac:spMkLst>
            <pc:docMk/>
            <pc:sldMk cId="2627156152" sldId="589"/>
            <ac:spMk id="87043" creationId="{00000000-0000-0000-0000-000000000000}"/>
          </ac:spMkLst>
        </pc:spChg>
        <pc:picChg chg="add mod">
          <ac:chgData name="Herzberg, Amir" userId="065951d4-4781-441f-ab30-2019f0b03826" providerId="ADAL" clId="{1D48DFC2-D5F9-4FD6-955B-0B473925755E}" dt="2020-09-10T02:45:58.459" v="4545" actId="14100"/>
          <ac:picMkLst>
            <pc:docMk/>
            <pc:sldMk cId="2627156152" sldId="589"/>
            <ac:picMk id="3" creationId="{0BC98074-98A7-43A2-9754-87049FDB8B23}"/>
          </ac:picMkLst>
        </pc:picChg>
        <pc:picChg chg="add mod">
          <ac:chgData name="Herzberg, Amir" userId="065951d4-4781-441f-ab30-2019f0b03826" providerId="ADAL" clId="{1D48DFC2-D5F9-4FD6-955B-0B473925755E}" dt="2020-09-10T02:46:36.334" v="4549" actId="14100"/>
          <ac:picMkLst>
            <pc:docMk/>
            <pc:sldMk cId="2627156152" sldId="589"/>
            <ac:picMk id="6" creationId="{11F14E84-8082-4397-97E9-0B858BF8F706}"/>
          </ac:picMkLst>
        </pc:picChg>
        <pc:picChg chg="del">
          <ac:chgData name="Herzberg, Amir" userId="065951d4-4781-441f-ab30-2019f0b03826" providerId="ADAL" clId="{1D48DFC2-D5F9-4FD6-955B-0B473925755E}" dt="2020-09-10T02:45:47.162" v="4542" actId="478"/>
          <ac:picMkLst>
            <pc:docMk/>
            <pc:sldMk cId="2627156152" sldId="589"/>
            <ac:picMk id="10" creationId="{ACC4CFBD-9094-4495-9066-2F5847F12FFC}"/>
          </ac:picMkLst>
        </pc:picChg>
        <pc:picChg chg="del">
          <ac:chgData name="Herzberg, Amir" userId="065951d4-4781-441f-ab30-2019f0b03826" providerId="ADAL" clId="{1D48DFC2-D5F9-4FD6-955B-0B473925755E}" dt="2020-09-10T02:46:02.964" v="4546" actId="478"/>
          <ac:picMkLst>
            <pc:docMk/>
            <pc:sldMk cId="2627156152" sldId="589"/>
            <ac:picMk id="14" creationId="{CA8A7E0C-D603-4E4A-9320-08CF7C2E0E52}"/>
          </ac:picMkLst>
        </pc:picChg>
      </pc:sldChg>
    </pc:docChg>
  </pc:docChgLst>
  <pc:docChgLst>
    <pc:chgData name="Amir" userId="065951d4-4781-441f-ab30-2019f0b03826" providerId="ADAL" clId="{CDDA02A7-3E7A-4854-B387-D77CA314F20D}"/>
    <pc:docChg chg="custSel modSld">
      <pc:chgData name="Amir" userId="065951d4-4781-441f-ab30-2019f0b03826" providerId="ADAL" clId="{CDDA02A7-3E7A-4854-B387-D77CA314F20D}" dt="2020-06-27T16:53:58.070" v="307" actId="313"/>
      <pc:docMkLst>
        <pc:docMk/>
      </pc:docMkLst>
      <pc:sldChg chg="modSp mod">
        <pc:chgData name="Amir" userId="065951d4-4781-441f-ab30-2019f0b03826" providerId="ADAL" clId="{CDDA02A7-3E7A-4854-B387-D77CA314F20D}" dt="2020-06-27T16:02:58.684" v="148" actId="14100"/>
        <pc:sldMkLst>
          <pc:docMk/>
          <pc:sldMk cId="891643214" sldId="453"/>
        </pc:sldMkLst>
        <pc:spChg chg="mod">
          <ac:chgData name="Amir" userId="065951d4-4781-441f-ab30-2019f0b03826" providerId="ADAL" clId="{CDDA02A7-3E7A-4854-B387-D77CA314F20D}" dt="2020-06-27T16:02:58.684" v="148" actId="14100"/>
          <ac:spMkLst>
            <pc:docMk/>
            <pc:sldMk cId="891643214" sldId="453"/>
            <ac:spMk id="87044" creationId="{00000000-0000-0000-0000-000000000000}"/>
          </ac:spMkLst>
        </pc:spChg>
      </pc:sldChg>
      <pc:sldChg chg="modSp">
        <pc:chgData name="Amir" userId="065951d4-4781-441f-ab30-2019f0b03826" providerId="ADAL" clId="{CDDA02A7-3E7A-4854-B387-D77CA314F20D}" dt="2020-06-27T16:00:07.397" v="140" actId="6549"/>
        <pc:sldMkLst>
          <pc:docMk/>
          <pc:sldMk cId="3781256833" sldId="530"/>
        </pc:sldMkLst>
        <pc:spChg chg="mod">
          <ac:chgData name="Amir" userId="065951d4-4781-441f-ab30-2019f0b03826" providerId="ADAL" clId="{CDDA02A7-3E7A-4854-B387-D77CA314F20D}" dt="2020-06-27T16:00:07.397" v="140" actId="6549"/>
          <ac:spMkLst>
            <pc:docMk/>
            <pc:sldMk cId="3781256833" sldId="530"/>
            <ac:spMk id="87044" creationId="{00000000-0000-0000-0000-000000000000}"/>
          </ac:spMkLst>
        </pc:spChg>
      </pc:sldChg>
      <pc:sldChg chg="addSp delSp modSp mod">
        <pc:chgData name="Amir" userId="065951d4-4781-441f-ab30-2019f0b03826" providerId="ADAL" clId="{CDDA02A7-3E7A-4854-B387-D77CA314F20D}" dt="2020-06-27T16:53:58.070" v="307" actId="313"/>
        <pc:sldMkLst>
          <pc:docMk/>
          <pc:sldMk cId="710160062" sldId="545"/>
        </pc:sldMkLst>
        <pc:spChg chg="add mod">
          <ac:chgData name="Amir" userId="065951d4-4781-441f-ab30-2019f0b03826" providerId="ADAL" clId="{CDDA02A7-3E7A-4854-B387-D77CA314F20D}" dt="2020-06-27T16:53:58.070" v="307" actId="313"/>
          <ac:spMkLst>
            <pc:docMk/>
            <pc:sldMk cId="710160062" sldId="545"/>
            <ac:spMk id="2" creationId="{A04E65CF-4CE7-4B99-9E02-240E0F1136ED}"/>
          </ac:spMkLst>
        </pc:spChg>
        <pc:spChg chg="add mod">
          <ac:chgData name="Amir" userId="065951d4-4781-441f-ab30-2019f0b03826" providerId="ADAL" clId="{CDDA02A7-3E7A-4854-B387-D77CA314F20D}" dt="2020-06-27T16:52:49.804" v="237" actId="1076"/>
          <ac:spMkLst>
            <pc:docMk/>
            <pc:sldMk cId="710160062" sldId="545"/>
            <ac:spMk id="5" creationId="{1F8DC5D7-50FC-4B1F-8F5D-8D86745A475B}"/>
          </ac:spMkLst>
        </pc:spChg>
        <pc:spChg chg="mod">
          <ac:chgData name="Amir" userId="065951d4-4781-441f-ab30-2019f0b03826" providerId="ADAL" clId="{CDDA02A7-3E7A-4854-B387-D77CA314F20D}" dt="2020-06-27T16:46:33.170" v="153" actId="6549"/>
          <ac:spMkLst>
            <pc:docMk/>
            <pc:sldMk cId="710160062" sldId="545"/>
            <ac:spMk id="17" creationId="{7466C30D-84B4-4F2C-AE43-705EFDC0FAB1}"/>
          </ac:spMkLst>
        </pc:spChg>
        <pc:spChg chg="mod">
          <ac:chgData name="Amir" userId="065951d4-4781-441f-ab30-2019f0b03826" providerId="ADAL" clId="{CDDA02A7-3E7A-4854-B387-D77CA314F20D}" dt="2020-06-27T16:46:42.194" v="154" actId="20577"/>
          <ac:spMkLst>
            <pc:docMk/>
            <pc:sldMk cId="710160062" sldId="545"/>
            <ac:spMk id="27" creationId="{E622D5F4-E974-4444-99DC-15DEDA0B5E02}"/>
          </ac:spMkLst>
        </pc:spChg>
        <pc:spChg chg="mod">
          <ac:chgData name="Amir" userId="065951d4-4781-441f-ab30-2019f0b03826" providerId="ADAL" clId="{CDDA02A7-3E7A-4854-B387-D77CA314F20D}" dt="2020-06-27T16:46:51.274" v="157" actId="1076"/>
          <ac:spMkLst>
            <pc:docMk/>
            <pc:sldMk cId="710160062" sldId="545"/>
            <ac:spMk id="31" creationId="{6CF8123B-B771-45D3-949C-891EB6FF511F}"/>
          </ac:spMkLst>
        </pc:spChg>
        <pc:spChg chg="add mod">
          <ac:chgData name="Amir" userId="065951d4-4781-441f-ab30-2019f0b03826" providerId="ADAL" clId="{CDDA02A7-3E7A-4854-B387-D77CA314F20D}" dt="2020-06-27T16:53:17.731" v="240" actId="20577"/>
          <ac:spMkLst>
            <pc:docMk/>
            <pc:sldMk cId="710160062" sldId="545"/>
            <ac:spMk id="32" creationId="{FB44AE00-D61D-4EDE-805C-FBC8011F3B8B}"/>
          </ac:spMkLst>
        </pc:spChg>
        <pc:spChg chg="mod">
          <ac:chgData name="Amir" userId="065951d4-4781-441f-ab30-2019f0b03826" providerId="ADAL" clId="{CDDA02A7-3E7A-4854-B387-D77CA314F20D}" dt="2020-06-27T16:47:59.374" v="170" actId="20577"/>
          <ac:spMkLst>
            <pc:docMk/>
            <pc:sldMk cId="710160062" sldId="545"/>
            <ac:spMk id="34" creationId="{AB17378F-23F0-4BAA-A758-8540B230DE44}"/>
          </ac:spMkLst>
        </pc:spChg>
        <pc:spChg chg="mod">
          <ac:chgData name="Amir" userId="065951d4-4781-441f-ab30-2019f0b03826" providerId="ADAL" clId="{CDDA02A7-3E7A-4854-B387-D77CA314F20D}" dt="2020-06-27T16:47:22.110" v="168" actId="6549"/>
          <ac:spMkLst>
            <pc:docMk/>
            <pc:sldMk cId="710160062" sldId="545"/>
            <ac:spMk id="87044" creationId="{00000000-0000-0000-0000-000000000000}"/>
          </ac:spMkLst>
        </pc:spChg>
        <pc:cxnChg chg="mod">
          <ac:chgData name="Amir" userId="065951d4-4781-441f-ab30-2019f0b03826" providerId="ADAL" clId="{CDDA02A7-3E7A-4854-B387-D77CA314F20D}" dt="2020-06-27T16:46:42.194" v="154" actId="20577"/>
          <ac:cxnSpMkLst>
            <pc:docMk/>
            <pc:sldMk cId="710160062" sldId="545"/>
            <ac:cxnSpMk id="18" creationId="{9E84267B-EF5E-4ECE-A6CE-32DF5E95D1CE}"/>
          </ac:cxnSpMkLst>
        </pc:cxnChg>
        <pc:cxnChg chg="add del mod">
          <ac:chgData name="Amir" userId="065951d4-4781-441f-ab30-2019f0b03826" providerId="ADAL" clId="{CDDA02A7-3E7A-4854-B387-D77CA314F20D}" dt="2020-06-27T16:48:23.775" v="173" actId="478"/>
          <ac:cxnSpMkLst>
            <pc:docMk/>
            <pc:sldMk cId="710160062" sldId="545"/>
            <ac:cxnSpMk id="23" creationId="{BD3FB848-163C-441C-BABD-A8623E090CA7}"/>
          </ac:cxnSpMkLst>
        </pc:cxnChg>
      </pc:sldChg>
    </pc:docChg>
  </pc:docChgLst>
  <pc:docChgLst>
    <pc:chgData name="Amir" userId="065951d4-4781-441f-ab30-2019f0b03826" providerId="ADAL" clId="{55748AF5-C37D-430C-8A41-D1AED7EB88C0}"/>
    <pc:docChg chg="undo redo custSel mod addSld delSld modSld sldOrd">
      <pc:chgData name="Amir" userId="065951d4-4781-441f-ab30-2019f0b03826" providerId="ADAL" clId="{55748AF5-C37D-430C-8A41-D1AED7EB88C0}" dt="2020-08-18T22:24:33.732" v="4787" actId="1076"/>
      <pc:docMkLst>
        <pc:docMk/>
      </pc:docMkLst>
      <pc:sldChg chg="addSp delSp modSp mod modAnim">
        <pc:chgData name="Amir" userId="065951d4-4781-441f-ab30-2019f0b03826" providerId="ADAL" clId="{55748AF5-C37D-430C-8A41-D1AED7EB88C0}" dt="2020-08-17T20:20:32.955" v="4757" actId="1076"/>
        <pc:sldMkLst>
          <pc:docMk/>
          <pc:sldMk cId="3402041686" sldId="298"/>
        </pc:sldMkLst>
        <pc:spChg chg="add del mod">
          <ac:chgData name="Amir" userId="065951d4-4781-441f-ab30-2019f0b03826" providerId="ADAL" clId="{55748AF5-C37D-430C-8A41-D1AED7EB88C0}" dt="2020-08-17T20:05:27.121" v="4445" actId="478"/>
          <ac:spMkLst>
            <pc:docMk/>
            <pc:sldMk cId="3402041686" sldId="298"/>
            <ac:spMk id="2" creationId="{9D678F36-5D45-4B2B-AFCA-EAD412A2715E}"/>
          </ac:spMkLst>
        </pc:spChg>
        <pc:spChg chg="add mod">
          <ac:chgData name="Amir" userId="065951d4-4781-441f-ab30-2019f0b03826" providerId="ADAL" clId="{55748AF5-C37D-430C-8A41-D1AED7EB88C0}" dt="2020-08-17T20:10:29.031" v="4492"/>
          <ac:spMkLst>
            <pc:docMk/>
            <pc:sldMk cId="3402041686" sldId="298"/>
            <ac:spMk id="3" creationId="{DFFAC89A-E40B-450C-B456-AA97F9ACE00F}"/>
          </ac:spMkLst>
        </pc:spChg>
        <pc:spChg chg="add mod">
          <ac:chgData name="Amir" userId="065951d4-4781-441f-ab30-2019f0b03826" providerId="ADAL" clId="{55748AF5-C37D-430C-8A41-D1AED7EB88C0}" dt="2020-08-17T20:09:59.669" v="4489" actId="20577"/>
          <ac:spMkLst>
            <pc:docMk/>
            <pc:sldMk cId="3402041686" sldId="298"/>
            <ac:spMk id="4" creationId="{0623109F-DB8C-4FFA-BC93-D32D22D6A7DE}"/>
          </ac:spMkLst>
        </pc:spChg>
        <pc:spChg chg="add mod">
          <ac:chgData name="Amir" userId="065951d4-4781-441f-ab30-2019f0b03826" providerId="ADAL" clId="{55748AF5-C37D-430C-8A41-D1AED7EB88C0}" dt="2020-08-17T20:11:55.557" v="4504" actId="1076"/>
          <ac:spMkLst>
            <pc:docMk/>
            <pc:sldMk cId="3402041686" sldId="298"/>
            <ac:spMk id="6" creationId="{53A9981E-3503-44B8-96EB-1B80518FAC02}"/>
          </ac:spMkLst>
        </pc:spChg>
        <pc:spChg chg="add mod">
          <ac:chgData name="Amir" userId="065951d4-4781-441f-ab30-2019f0b03826" providerId="ADAL" clId="{55748AF5-C37D-430C-8A41-D1AED7EB88C0}" dt="2020-08-17T20:12:05.087" v="4507" actId="1076"/>
          <ac:spMkLst>
            <pc:docMk/>
            <pc:sldMk cId="3402041686" sldId="298"/>
            <ac:spMk id="7" creationId="{882DB148-9341-4537-B458-56E594EC1159}"/>
          </ac:spMkLst>
        </pc:spChg>
        <pc:spChg chg="add mod">
          <ac:chgData name="Amir" userId="065951d4-4781-441f-ab30-2019f0b03826" providerId="ADAL" clId="{55748AF5-C37D-430C-8A41-D1AED7EB88C0}" dt="2020-08-17T20:14:01.609" v="4539" actId="20577"/>
          <ac:spMkLst>
            <pc:docMk/>
            <pc:sldMk cId="3402041686" sldId="298"/>
            <ac:spMk id="8" creationId="{D10B0A08-F4CF-42FD-BD93-849B010A486A}"/>
          </ac:spMkLst>
        </pc:spChg>
        <pc:spChg chg="add mod">
          <ac:chgData name="Amir" userId="065951d4-4781-441f-ab30-2019f0b03826" providerId="ADAL" clId="{55748AF5-C37D-430C-8A41-D1AED7EB88C0}" dt="2020-08-17T20:13:48.785" v="4536" actId="1076"/>
          <ac:spMkLst>
            <pc:docMk/>
            <pc:sldMk cId="3402041686" sldId="298"/>
            <ac:spMk id="35" creationId="{EBD09515-49B0-4F8D-A8E5-7EC24B4F43B9}"/>
          </ac:spMkLst>
        </pc:spChg>
        <pc:spChg chg="mod">
          <ac:chgData name="Amir" userId="065951d4-4781-441f-ab30-2019f0b03826" providerId="ADAL" clId="{55748AF5-C37D-430C-8A41-D1AED7EB88C0}" dt="2020-08-17T20:18:01.797" v="4747" actId="20577"/>
          <ac:spMkLst>
            <pc:docMk/>
            <pc:sldMk cId="3402041686" sldId="298"/>
            <ac:spMk id="101380" creationId="{00000000-0000-0000-0000-000000000000}"/>
          </ac:spMkLst>
        </pc:spChg>
        <pc:spChg chg="del">
          <ac:chgData name="Amir" userId="065951d4-4781-441f-ab30-2019f0b03826" providerId="ADAL" clId="{55748AF5-C37D-430C-8A41-D1AED7EB88C0}" dt="2020-08-17T20:11:33.772" v="4501" actId="478"/>
          <ac:spMkLst>
            <pc:docMk/>
            <pc:sldMk cId="3402041686" sldId="298"/>
            <ac:spMk id="101381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54:31.271" v="4403" actId="403"/>
          <ac:spMkLst>
            <pc:docMk/>
            <pc:sldMk cId="3402041686" sldId="298"/>
            <ac:spMk id="101382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09:25.897" v="4483" actId="14100"/>
          <ac:spMkLst>
            <pc:docMk/>
            <pc:sldMk cId="3402041686" sldId="298"/>
            <ac:spMk id="101383" creationId="{00000000-0000-0000-0000-000000000000}"/>
          </ac:spMkLst>
        </pc:spChg>
        <pc:spChg chg="del mod">
          <ac:chgData name="Amir" userId="065951d4-4781-441f-ab30-2019f0b03826" providerId="ADAL" clId="{55748AF5-C37D-430C-8A41-D1AED7EB88C0}" dt="2020-08-17T20:09:28.213" v="4484" actId="478"/>
          <ac:spMkLst>
            <pc:docMk/>
            <pc:sldMk cId="3402041686" sldId="298"/>
            <ac:spMk id="101384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2:26.868" v="4511" actId="14100"/>
          <ac:spMkLst>
            <pc:docMk/>
            <pc:sldMk cId="3402041686" sldId="298"/>
            <ac:spMk id="101388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1:23.105" v="4499" actId="14100"/>
          <ac:spMkLst>
            <pc:docMk/>
            <pc:sldMk cId="3402041686" sldId="298"/>
            <ac:spMk id="101390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55:18.028" v="4426" actId="403"/>
          <ac:spMkLst>
            <pc:docMk/>
            <pc:sldMk cId="3402041686" sldId="298"/>
            <ac:spMk id="101391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1:28.778" v="4500" actId="14100"/>
          <ac:spMkLst>
            <pc:docMk/>
            <pc:sldMk cId="3402041686" sldId="298"/>
            <ac:spMk id="101395" creationId="{00000000-0000-0000-0000-000000000000}"/>
          </ac:spMkLst>
        </pc:spChg>
        <pc:spChg chg="del">
          <ac:chgData name="Amir" userId="065951d4-4781-441f-ab30-2019f0b03826" providerId="ADAL" clId="{55748AF5-C37D-430C-8A41-D1AED7EB88C0}" dt="2020-08-17T20:11:58.467" v="4505" actId="478"/>
          <ac:spMkLst>
            <pc:docMk/>
            <pc:sldMk cId="3402041686" sldId="298"/>
            <ac:spMk id="101396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55:04.750" v="4420" actId="403"/>
          <ac:spMkLst>
            <pc:docMk/>
            <pc:sldMk cId="3402041686" sldId="298"/>
            <ac:spMk id="101397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3:08.528" v="4532" actId="14100"/>
          <ac:spMkLst>
            <pc:docMk/>
            <pc:sldMk cId="3402041686" sldId="298"/>
            <ac:spMk id="101398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05:43.413" v="4448" actId="14100"/>
          <ac:spMkLst>
            <pc:docMk/>
            <pc:sldMk cId="3402041686" sldId="298"/>
            <ac:spMk id="101400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2:34.612" v="4512" actId="14100"/>
          <ac:spMkLst>
            <pc:docMk/>
            <pc:sldMk cId="3402041686" sldId="298"/>
            <ac:spMk id="101401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1:40.893" v="4502" actId="14100"/>
          <ac:spMkLst>
            <pc:docMk/>
            <pc:sldMk cId="3402041686" sldId="298"/>
            <ac:spMk id="101403" creationId="{00000000-0000-0000-0000-000000000000}"/>
          </ac:spMkLst>
        </pc:spChg>
        <pc:picChg chg="add mod">
          <ac:chgData name="Amir" userId="065951d4-4781-441f-ab30-2019f0b03826" providerId="ADAL" clId="{55748AF5-C37D-430C-8A41-D1AED7EB88C0}" dt="2020-08-17T20:20:32.955" v="4757" actId="1076"/>
          <ac:picMkLst>
            <pc:docMk/>
            <pc:sldMk cId="3402041686" sldId="298"/>
            <ac:picMk id="10" creationId="{9EB0BD1E-CF11-40B7-8BE4-E4CFDE6DCAF0}"/>
          </ac:picMkLst>
        </pc:picChg>
      </pc:sldChg>
      <pc:sldChg chg="addSp delSp mod">
        <pc:chgData name="Amir" userId="065951d4-4781-441f-ab30-2019f0b03826" providerId="ADAL" clId="{55748AF5-C37D-430C-8A41-D1AED7EB88C0}" dt="2020-08-18T22:21:57.072" v="4764" actId="22"/>
        <pc:sldMkLst>
          <pc:docMk/>
          <pc:sldMk cId="0" sldId="302"/>
        </pc:sldMkLst>
        <pc:picChg chg="add del">
          <ac:chgData name="Amir" userId="065951d4-4781-441f-ab30-2019f0b03826" providerId="ADAL" clId="{55748AF5-C37D-430C-8A41-D1AED7EB88C0}" dt="2020-08-18T22:21:57.072" v="4764" actId="22"/>
          <ac:picMkLst>
            <pc:docMk/>
            <pc:sldMk cId="0" sldId="302"/>
            <ac:picMk id="3" creationId="{CF6291B2-4F01-4AF5-8BEB-19E1371EAC6A}"/>
          </ac:picMkLst>
        </pc:picChg>
      </pc:sldChg>
      <pc:sldChg chg="delSp modSp mod">
        <pc:chgData name="Amir" userId="065951d4-4781-441f-ab30-2019f0b03826" providerId="ADAL" clId="{55748AF5-C37D-430C-8A41-D1AED7EB88C0}" dt="2020-08-17T19:40:10.435" v="4396" actId="404"/>
        <pc:sldMkLst>
          <pc:docMk/>
          <pc:sldMk cId="1845571897" sldId="373"/>
        </pc:sldMkLst>
        <pc:spChg chg="del">
          <ac:chgData name="Amir" userId="065951d4-4781-441f-ab30-2019f0b03826" providerId="ADAL" clId="{55748AF5-C37D-430C-8A41-D1AED7EB88C0}" dt="2020-08-16T19:50:01.846" v="4291" actId="478"/>
          <ac:spMkLst>
            <pc:docMk/>
            <pc:sldMk cId="1845571897" sldId="373"/>
            <ac:spMk id="4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40:10.435" v="4396" actId="404"/>
          <ac:spMkLst>
            <pc:docMk/>
            <pc:sldMk cId="1845571897" sldId="373"/>
            <ac:spMk id="32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6T19:49:25.713" v="4290" actId="14100"/>
          <ac:spMkLst>
            <pc:docMk/>
            <pc:sldMk cId="1845571897" sldId="373"/>
            <ac:spMk id="38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39:39.680" v="4383" actId="404"/>
          <ac:spMkLst>
            <pc:docMk/>
            <pc:sldMk cId="1845571897" sldId="373"/>
            <ac:spMk id="39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6T19:49:17.597" v="4289" actId="1036"/>
          <ac:spMkLst>
            <pc:docMk/>
            <pc:sldMk cId="1845571897" sldId="373"/>
            <ac:spMk id="45" creationId="{00000000-0000-0000-0000-000000000000}"/>
          </ac:spMkLst>
        </pc:spChg>
        <pc:grpChg chg="del mod">
          <ac:chgData name="Amir" userId="065951d4-4781-441f-ab30-2019f0b03826" providerId="ADAL" clId="{55748AF5-C37D-430C-8A41-D1AED7EB88C0}" dt="2020-08-17T19:39:50.657" v="4385" actId="478"/>
          <ac:grpSpMkLst>
            <pc:docMk/>
            <pc:sldMk cId="1845571897" sldId="373"/>
            <ac:grpSpMk id="46" creationId="{00000000-0000-0000-0000-000000000000}"/>
          </ac:grpSpMkLst>
        </pc:grpChg>
      </pc:sldChg>
      <pc:sldChg chg="add">
        <pc:chgData name="Amir" userId="065951d4-4781-441f-ab30-2019f0b03826" providerId="ADAL" clId="{55748AF5-C37D-430C-8A41-D1AED7EB88C0}" dt="2020-08-16T22:37:53.346" v="4295"/>
        <pc:sldMkLst>
          <pc:docMk/>
          <pc:sldMk cId="1048986011" sldId="375"/>
        </pc:sldMkLst>
      </pc:sldChg>
      <pc:sldChg chg="modSp del mod">
        <pc:chgData name="Amir" userId="065951d4-4781-441f-ab30-2019f0b03826" providerId="ADAL" clId="{55748AF5-C37D-430C-8A41-D1AED7EB88C0}" dt="2020-08-16T22:36:02.317" v="4292" actId="2696"/>
        <pc:sldMkLst>
          <pc:docMk/>
          <pc:sldMk cId="3148221023" sldId="375"/>
        </pc:sldMkLst>
        <pc:spChg chg="mod">
          <ac:chgData name="Amir" userId="065951d4-4781-441f-ab30-2019f0b03826" providerId="ADAL" clId="{55748AF5-C37D-430C-8A41-D1AED7EB88C0}" dt="2020-08-15T15:42:36.326" v="3773" actId="6549"/>
          <ac:spMkLst>
            <pc:docMk/>
            <pc:sldMk cId="3148221023" sldId="375"/>
            <ac:spMk id="93188" creationId="{00000000-0000-0000-0000-000000000000}"/>
          </ac:spMkLst>
        </pc:spChg>
      </pc:sldChg>
      <pc:sldChg chg="add del">
        <pc:chgData name="Amir" userId="065951d4-4781-441f-ab30-2019f0b03826" providerId="ADAL" clId="{55748AF5-C37D-430C-8A41-D1AED7EB88C0}" dt="2020-08-16T22:36:27.257" v="4294" actId="2696"/>
        <pc:sldMkLst>
          <pc:docMk/>
          <pc:sldMk cId="3762109121" sldId="375"/>
        </pc:sldMkLst>
      </pc:sldChg>
      <pc:sldChg chg="del">
        <pc:chgData name="Amir" userId="065951d4-4781-441f-ab30-2019f0b03826" providerId="ADAL" clId="{55748AF5-C37D-430C-8A41-D1AED7EB88C0}" dt="2020-08-16T22:36:27.257" v="4294" actId="2696"/>
        <pc:sldMkLst>
          <pc:docMk/>
          <pc:sldMk cId="867188980" sldId="376"/>
        </pc:sldMkLst>
      </pc:sldChg>
      <pc:sldChg chg="add">
        <pc:chgData name="Amir" userId="065951d4-4781-441f-ab30-2019f0b03826" providerId="ADAL" clId="{55748AF5-C37D-430C-8A41-D1AED7EB88C0}" dt="2020-08-16T22:37:53.346" v="4295"/>
        <pc:sldMkLst>
          <pc:docMk/>
          <pc:sldMk cId="3845615544" sldId="376"/>
        </pc:sldMkLst>
      </pc:sldChg>
      <pc:sldChg chg="addSp delSp modSp mod">
        <pc:chgData name="Amir" userId="065951d4-4781-441f-ab30-2019f0b03826" providerId="ADAL" clId="{55748AF5-C37D-430C-8A41-D1AED7EB88C0}" dt="2020-08-18T22:24:33.732" v="4787" actId="1076"/>
        <pc:sldMkLst>
          <pc:docMk/>
          <pc:sldMk cId="1076597010" sldId="383"/>
        </pc:sldMkLst>
        <pc:picChg chg="del">
          <ac:chgData name="Amir" userId="065951d4-4781-441f-ab30-2019f0b03826" providerId="ADAL" clId="{55748AF5-C37D-430C-8A41-D1AED7EB88C0}" dt="2020-08-18T22:23:33.515" v="4766" actId="478"/>
          <ac:picMkLst>
            <pc:docMk/>
            <pc:sldMk cId="1076597010" sldId="383"/>
            <ac:picMk id="3" creationId="{00000000-0000-0000-0000-000000000000}"/>
          </ac:picMkLst>
        </pc:picChg>
        <pc:picChg chg="add mod">
          <ac:chgData name="Amir" userId="065951d4-4781-441f-ab30-2019f0b03826" providerId="ADAL" clId="{55748AF5-C37D-430C-8A41-D1AED7EB88C0}" dt="2020-08-18T22:23:52.645" v="4784" actId="1037"/>
          <ac:picMkLst>
            <pc:docMk/>
            <pc:sldMk cId="1076597010" sldId="383"/>
            <ac:picMk id="4" creationId="{1EB2B9D8-3876-492B-8BA6-2F96E2A8DC3D}"/>
          </ac:picMkLst>
        </pc:picChg>
        <pc:picChg chg="add mod">
          <ac:chgData name="Amir" userId="065951d4-4781-441f-ab30-2019f0b03826" providerId="ADAL" clId="{55748AF5-C37D-430C-8A41-D1AED7EB88C0}" dt="2020-08-18T22:24:33.732" v="4787" actId="1076"/>
          <ac:picMkLst>
            <pc:docMk/>
            <pc:sldMk cId="1076597010" sldId="383"/>
            <ac:picMk id="6" creationId="{6EE23C9B-B892-499B-BCE4-FDF446489CFC}"/>
          </ac:picMkLst>
        </pc:picChg>
      </pc:sldChg>
      <pc:sldChg chg="modSp mod">
        <pc:chgData name="Amir" userId="065951d4-4781-441f-ab30-2019f0b03826" providerId="ADAL" clId="{55748AF5-C37D-430C-8A41-D1AED7EB88C0}" dt="2020-08-15T15:39:40.836" v="3724" actId="20577"/>
        <pc:sldMkLst>
          <pc:docMk/>
          <pc:sldMk cId="3428733852" sldId="422"/>
        </pc:sldMkLst>
        <pc:spChg chg="mod">
          <ac:chgData name="Amir" userId="065951d4-4781-441f-ab30-2019f0b03826" providerId="ADAL" clId="{55748AF5-C37D-430C-8A41-D1AED7EB88C0}" dt="2020-08-15T15:39:40.836" v="3724" actId="20577"/>
          <ac:spMkLst>
            <pc:docMk/>
            <pc:sldMk cId="3428733852" sldId="422"/>
            <ac:spMk id="2" creationId="{00000000-0000-0000-0000-000000000000}"/>
          </ac:spMkLst>
        </pc:spChg>
      </pc:sldChg>
      <pc:sldChg chg="addSp delSp modSp mod modClrScheme chgLayout">
        <pc:chgData name="Amir" userId="065951d4-4781-441f-ab30-2019f0b03826" providerId="ADAL" clId="{55748AF5-C37D-430C-8A41-D1AED7EB88C0}" dt="2020-08-18T22:20:12.242" v="4762" actId="27614"/>
        <pc:sldMkLst>
          <pc:docMk/>
          <pc:sldMk cId="2200870734" sldId="487"/>
        </pc:sldMkLst>
        <pc:spChg chg="mod">
          <ac:chgData name="Amir" userId="065951d4-4781-441f-ab30-2019f0b03826" providerId="ADAL" clId="{55748AF5-C37D-430C-8A41-D1AED7EB88C0}" dt="2020-08-18T22:20:01.661" v="4761" actId="26606"/>
          <ac:spMkLst>
            <pc:docMk/>
            <pc:sldMk cId="2200870734" sldId="487"/>
            <ac:spMk id="4" creationId="{00000000-0000-0000-0000-000000000000}"/>
          </ac:spMkLst>
        </pc:spChg>
        <pc:picChg chg="add mod">
          <ac:chgData name="Amir" userId="065951d4-4781-441f-ab30-2019f0b03826" providerId="ADAL" clId="{55748AF5-C37D-430C-8A41-D1AED7EB88C0}" dt="2020-08-18T22:20:12.242" v="4762" actId="27614"/>
          <ac:picMkLst>
            <pc:docMk/>
            <pc:sldMk cId="2200870734" sldId="487"/>
            <ac:picMk id="3" creationId="{24E31959-45EC-4E8A-8452-402F18F32D92}"/>
          </ac:picMkLst>
        </pc:picChg>
        <pc:picChg chg="del">
          <ac:chgData name="Amir" userId="065951d4-4781-441f-ab30-2019f0b03826" providerId="ADAL" clId="{55748AF5-C37D-430C-8A41-D1AED7EB88C0}" dt="2020-08-18T22:19:49.138" v="4758" actId="478"/>
          <ac:picMkLst>
            <pc:docMk/>
            <pc:sldMk cId="2200870734" sldId="487"/>
            <ac:picMk id="5" creationId="{00000000-0000-0000-0000-000000000000}"/>
          </ac:picMkLst>
        </pc:picChg>
      </pc:sldChg>
      <pc:sldChg chg="mod modShow">
        <pc:chgData name="Amir" userId="065951d4-4781-441f-ab30-2019f0b03826" providerId="ADAL" clId="{55748AF5-C37D-430C-8A41-D1AED7EB88C0}" dt="2020-08-15T15:38:47.835" v="3651" actId="729"/>
        <pc:sldMkLst>
          <pc:docMk/>
          <pc:sldMk cId="1100346928" sldId="537"/>
        </pc:sldMkLst>
      </pc:sldChg>
      <pc:sldChg chg="mod modShow">
        <pc:chgData name="Amir" userId="065951d4-4781-441f-ab30-2019f0b03826" providerId="ADAL" clId="{55748AF5-C37D-430C-8A41-D1AED7EB88C0}" dt="2020-08-15T15:40:06.096" v="3725" actId="729"/>
        <pc:sldMkLst>
          <pc:docMk/>
          <pc:sldMk cId="113469257" sldId="538"/>
        </pc:sldMkLst>
      </pc:sldChg>
      <pc:sldChg chg="addSp delSp modSp mod">
        <pc:chgData name="Amir" userId="065951d4-4781-441f-ab30-2019f0b03826" providerId="ADAL" clId="{55748AF5-C37D-430C-8A41-D1AED7EB88C0}" dt="2020-08-11T22:45:46.425" v="216" actId="14100"/>
        <pc:sldMkLst>
          <pc:docMk/>
          <pc:sldMk cId="2520190568" sldId="544"/>
        </pc:sldMkLst>
        <pc:spChg chg="add mod">
          <ac:chgData name="Amir" userId="065951d4-4781-441f-ab30-2019f0b03826" providerId="ADAL" clId="{55748AF5-C37D-430C-8A41-D1AED7EB88C0}" dt="2020-08-11T22:40:16.377" v="14" actId="1076"/>
          <ac:spMkLst>
            <pc:docMk/>
            <pc:sldMk cId="2520190568" sldId="544"/>
            <ac:spMk id="9" creationId="{AC60DAC6-349D-4664-9B00-060BDB4E990B}"/>
          </ac:spMkLst>
        </pc:spChg>
        <pc:spChg chg="add mod">
          <ac:chgData name="Amir" userId="065951d4-4781-441f-ab30-2019f0b03826" providerId="ADAL" clId="{55748AF5-C37D-430C-8A41-D1AED7EB88C0}" dt="2020-08-11T22:43:19.859" v="134" actId="1076"/>
          <ac:spMkLst>
            <pc:docMk/>
            <pc:sldMk cId="2520190568" sldId="544"/>
            <ac:spMk id="10" creationId="{ECF903B5-86D2-4F14-A86E-EC8DDF377C31}"/>
          </ac:spMkLst>
        </pc:spChg>
        <pc:spChg chg="add mod">
          <ac:chgData name="Amir" userId="065951d4-4781-441f-ab30-2019f0b03826" providerId="ADAL" clId="{55748AF5-C37D-430C-8A41-D1AED7EB88C0}" dt="2020-08-11T22:45:46.425" v="216" actId="14100"/>
          <ac:spMkLst>
            <pc:docMk/>
            <pc:sldMk cId="2520190568" sldId="544"/>
            <ac:spMk id="16" creationId="{FBF7E052-21E1-4120-9B1A-6EBB2B7A630D}"/>
          </ac:spMkLst>
        </pc:spChg>
        <pc:spChg chg="del mod">
          <ac:chgData name="Amir" userId="065951d4-4781-441f-ab30-2019f0b03826" providerId="ADAL" clId="{55748AF5-C37D-430C-8A41-D1AED7EB88C0}" dt="2020-08-11T22:40:21.754" v="15" actId="478"/>
          <ac:spMkLst>
            <pc:docMk/>
            <pc:sldMk cId="2520190568" sldId="544"/>
            <ac:spMk id="23" creationId="{513057EE-6A80-4FC6-95ED-574090892517}"/>
          </ac:spMkLst>
        </pc:spChg>
        <pc:spChg chg="mod">
          <ac:chgData name="Amir" userId="065951d4-4781-441f-ab30-2019f0b03826" providerId="ADAL" clId="{55748AF5-C37D-430C-8A41-D1AED7EB88C0}" dt="2020-08-11T22:40:06.184" v="12" actId="1076"/>
          <ac:spMkLst>
            <pc:docMk/>
            <pc:sldMk cId="2520190568" sldId="544"/>
            <ac:spMk id="33" creationId="{CD127D6D-FA01-4B49-AA6D-561E28F80D6D}"/>
          </ac:spMkLst>
        </pc:spChg>
        <pc:spChg chg="mod">
          <ac:chgData name="Amir" userId="065951d4-4781-441f-ab30-2019f0b03826" providerId="ADAL" clId="{55748AF5-C37D-430C-8A41-D1AED7EB88C0}" dt="2020-08-11T22:42:43.221" v="127" actId="20577"/>
          <ac:spMkLst>
            <pc:docMk/>
            <pc:sldMk cId="2520190568" sldId="544"/>
            <ac:spMk id="87044" creationId="{00000000-0000-0000-0000-000000000000}"/>
          </ac:spMkLst>
        </pc:spChg>
        <pc:picChg chg="mod">
          <ac:chgData name="Amir" userId="065951d4-4781-441f-ab30-2019f0b03826" providerId="ADAL" clId="{55748AF5-C37D-430C-8A41-D1AED7EB88C0}" dt="2020-08-11T22:44:32.851" v="148" actId="1076"/>
          <ac:picMkLst>
            <pc:docMk/>
            <pc:sldMk cId="2520190568" sldId="544"/>
            <ac:picMk id="4" creationId="{068C1760-2C53-44B8-84B1-5A6AE1588B83}"/>
          </ac:picMkLst>
        </pc:picChg>
        <pc:cxnChg chg="mod">
          <ac:chgData name="Amir" userId="065951d4-4781-441f-ab30-2019f0b03826" providerId="ADAL" clId="{55748AF5-C37D-430C-8A41-D1AED7EB88C0}" dt="2020-08-11T22:39:44.255" v="9" actId="14100"/>
          <ac:cxnSpMkLst>
            <pc:docMk/>
            <pc:sldMk cId="2520190568" sldId="544"/>
            <ac:cxnSpMk id="14" creationId="{BEE10EED-E1C9-4663-BDE2-5238317E67B8}"/>
          </ac:cxnSpMkLst>
        </pc:cxnChg>
        <pc:cxnChg chg="mod">
          <ac:chgData name="Amir" userId="065951d4-4781-441f-ab30-2019f0b03826" providerId="ADAL" clId="{55748AF5-C37D-430C-8A41-D1AED7EB88C0}" dt="2020-08-11T22:39:40.563" v="7" actId="14100"/>
          <ac:cxnSpMkLst>
            <pc:docMk/>
            <pc:sldMk cId="2520190568" sldId="544"/>
            <ac:cxnSpMk id="26" creationId="{29EC882C-A852-43A4-A02F-CEE59A90C25E}"/>
          </ac:cxnSpMkLst>
        </pc:cxnChg>
        <pc:cxnChg chg="add mod">
          <ac:chgData name="Amir" userId="065951d4-4781-441f-ab30-2019f0b03826" providerId="ADAL" clId="{55748AF5-C37D-430C-8A41-D1AED7EB88C0}" dt="2020-08-11T22:44:32.851" v="148" actId="1076"/>
          <ac:cxnSpMkLst>
            <pc:docMk/>
            <pc:sldMk cId="2520190568" sldId="544"/>
            <ac:cxnSpMk id="31" creationId="{41D41929-8EE5-4D61-B4FA-9F252B0F0525}"/>
          </ac:cxnSpMkLst>
        </pc:cxnChg>
      </pc:sldChg>
      <pc:sldChg chg="addSp delSp modSp mod">
        <pc:chgData name="Amir" userId="065951d4-4781-441f-ab30-2019f0b03826" providerId="ADAL" clId="{55748AF5-C37D-430C-8A41-D1AED7EB88C0}" dt="2020-08-15T15:53:45.340" v="4207" actId="1076"/>
        <pc:sldMkLst>
          <pc:docMk/>
          <pc:sldMk cId="710160062" sldId="545"/>
        </pc:sldMkLst>
        <pc:spChg chg="add mod">
          <ac:chgData name="Amir" userId="065951d4-4781-441f-ab30-2019f0b03826" providerId="ADAL" clId="{55748AF5-C37D-430C-8A41-D1AED7EB88C0}" dt="2020-08-15T15:53:45.340" v="4207" actId="1076"/>
          <ac:spMkLst>
            <pc:docMk/>
            <pc:sldMk cId="710160062" sldId="545"/>
            <ac:spMk id="2" creationId="{84EFDCF1-3861-4D0B-8764-CE8718CEC59E}"/>
          </ac:spMkLst>
        </pc:spChg>
        <pc:spChg chg="del">
          <ac:chgData name="Amir" userId="065951d4-4781-441f-ab30-2019f0b03826" providerId="ADAL" clId="{55748AF5-C37D-430C-8A41-D1AED7EB88C0}" dt="2020-08-11T23:10:22.249" v="789" actId="478"/>
          <ac:spMkLst>
            <pc:docMk/>
            <pc:sldMk cId="710160062" sldId="545"/>
            <ac:spMk id="2" creationId="{A04E65CF-4CE7-4B99-9E02-240E0F1136ED}"/>
          </ac:spMkLst>
        </pc:spChg>
        <pc:spChg chg="mod">
          <ac:chgData name="Amir" userId="065951d4-4781-441f-ab30-2019f0b03826" providerId="ADAL" clId="{55748AF5-C37D-430C-8A41-D1AED7EB88C0}" dt="2020-08-12T03:03:51.774" v="897" actId="1037"/>
          <ac:spMkLst>
            <pc:docMk/>
            <pc:sldMk cId="710160062" sldId="545"/>
            <ac:spMk id="5" creationId="{1F8DC5D7-50FC-4B1F-8F5D-8D86745A475B}"/>
          </ac:spMkLst>
        </pc:spChg>
        <pc:spChg chg="add del mod">
          <ac:chgData name="Amir" userId="065951d4-4781-441f-ab30-2019f0b03826" providerId="ADAL" clId="{55748AF5-C37D-430C-8A41-D1AED7EB88C0}" dt="2020-08-15T15:53:29.332" v="4202" actId="478"/>
          <ac:spMkLst>
            <pc:docMk/>
            <pc:sldMk cId="710160062" sldId="545"/>
            <ac:spMk id="6" creationId="{4AE237E0-F004-4A0C-8862-01FE90D7724B}"/>
          </ac:spMkLst>
        </pc:spChg>
        <pc:spChg chg="mod">
          <ac:chgData name="Amir" userId="065951d4-4781-441f-ab30-2019f0b03826" providerId="ADAL" clId="{55748AF5-C37D-430C-8A41-D1AED7EB88C0}" dt="2020-08-11T23:08:03.640" v="769" actId="1035"/>
          <ac:spMkLst>
            <pc:docMk/>
            <pc:sldMk cId="710160062" sldId="545"/>
            <ac:spMk id="9" creationId="{E8999B0D-D01C-4EC9-8FD2-2C1183F24CD5}"/>
          </ac:spMkLst>
        </pc:spChg>
        <pc:spChg chg="mod">
          <ac:chgData name="Amir" userId="065951d4-4781-441f-ab30-2019f0b03826" providerId="ADAL" clId="{55748AF5-C37D-430C-8A41-D1AED7EB88C0}" dt="2020-08-11T23:06:59.842" v="754" actId="20577"/>
          <ac:spMkLst>
            <pc:docMk/>
            <pc:sldMk cId="710160062" sldId="545"/>
            <ac:spMk id="17" creationId="{7466C30D-84B4-4F2C-AE43-705EFDC0FAB1}"/>
          </ac:spMkLst>
        </pc:spChg>
        <pc:spChg chg="add del mod">
          <ac:chgData name="Amir" userId="065951d4-4781-441f-ab30-2019f0b03826" providerId="ADAL" clId="{55748AF5-C37D-430C-8A41-D1AED7EB88C0}" dt="2020-08-11T23:04:48.768" v="716" actId="478"/>
          <ac:spMkLst>
            <pc:docMk/>
            <pc:sldMk cId="710160062" sldId="545"/>
            <ac:spMk id="22" creationId="{F7BB2BE0-0BDE-4D8C-8DCC-6AE66C255160}"/>
          </ac:spMkLst>
        </pc:spChg>
        <pc:spChg chg="mod">
          <ac:chgData name="Amir" userId="065951d4-4781-441f-ab30-2019f0b03826" providerId="ADAL" clId="{55748AF5-C37D-430C-8A41-D1AED7EB88C0}" dt="2020-08-11T23:03:51.937" v="705" actId="14100"/>
          <ac:spMkLst>
            <pc:docMk/>
            <pc:sldMk cId="710160062" sldId="545"/>
            <ac:spMk id="24" creationId="{C0F8CB2B-7920-4E38-B7F3-F3BA23DFCA42}"/>
          </ac:spMkLst>
        </pc:spChg>
        <pc:spChg chg="mod">
          <ac:chgData name="Amir" userId="065951d4-4781-441f-ab30-2019f0b03826" providerId="ADAL" clId="{55748AF5-C37D-430C-8A41-D1AED7EB88C0}" dt="2020-08-11T23:08:14.322" v="770" actId="14100"/>
          <ac:spMkLst>
            <pc:docMk/>
            <pc:sldMk cId="710160062" sldId="545"/>
            <ac:spMk id="27" creationId="{E622D5F4-E974-4444-99DC-15DEDA0B5E02}"/>
          </ac:spMkLst>
        </pc:spChg>
        <pc:spChg chg="mod">
          <ac:chgData name="Amir" userId="065951d4-4781-441f-ab30-2019f0b03826" providerId="ADAL" clId="{55748AF5-C37D-430C-8A41-D1AED7EB88C0}" dt="2020-08-11T23:03:42.175" v="702" actId="404"/>
          <ac:spMkLst>
            <pc:docMk/>
            <pc:sldMk cId="710160062" sldId="545"/>
            <ac:spMk id="29" creationId="{4E3B88B7-A416-420F-810F-E8750494C7B6}"/>
          </ac:spMkLst>
        </pc:spChg>
        <pc:spChg chg="mod">
          <ac:chgData name="Amir" userId="065951d4-4781-441f-ab30-2019f0b03826" providerId="ADAL" clId="{55748AF5-C37D-430C-8A41-D1AED7EB88C0}" dt="2020-08-11T23:09:07.827" v="782" actId="1076"/>
          <ac:spMkLst>
            <pc:docMk/>
            <pc:sldMk cId="710160062" sldId="545"/>
            <ac:spMk id="31" creationId="{6CF8123B-B771-45D3-949C-891EB6FF511F}"/>
          </ac:spMkLst>
        </pc:spChg>
        <pc:spChg chg="mod">
          <ac:chgData name="Amir" userId="065951d4-4781-441f-ab30-2019f0b03826" providerId="ADAL" clId="{55748AF5-C37D-430C-8A41-D1AED7EB88C0}" dt="2020-08-12T03:04:25.601" v="899" actId="1076"/>
          <ac:spMkLst>
            <pc:docMk/>
            <pc:sldMk cId="710160062" sldId="545"/>
            <ac:spMk id="32" creationId="{FB44AE00-D61D-4EDE-805C-FBC8011F3B8B}"/>
          </ac:spMkLst>
        </pc:spChg>
        <pc:spChg chg="del">
          <ac:chgData name="Amir" userId="065951d4-4781-441f-ab30-2019f0b03826" providerId="ADAL" clId="{55748AF5-C37D-430C-8A41-D1AED7EB88C0}" dt="2020-08-11T23:09:40.242" v="788" actId="478"/>
          <ac:spMkLst>
            <pc:docMk/>
            <pc:sldMk cId="710160062" sldId="545"/>
            <ac:spMk id="34" creationId="{AB17378F-23F0-4BAA-A758-8540B230DE44}"/>
          </ac:spMkLst>
        </pc:spChg>
        <pc:spChg chg="add mod">
          <ac:chgData name="Amir" userId="065951d4-4781-441f-ab30-2019f0b03826" providerId="ADAL" clId="{55748AF5-C37D-430C-8A41-D1AED7EB88C0}" dt="2020-08-11T23:03:13.447" v="698" actId="1037"/>
          <ac:spMkLst>
            <pc:docMk/>
            <pc:sldMk cId="710160062" sldId="545"/>
            <ac:spMk id="36" creationId="{85B571AE-02FD-4255-8467-FB025B33A31F}"/>
          </ac:spMkLst>
        </pc:spChg>
        <pc:spChg chg="add mod">
          <ac:chgData name="Amir" userId="065951d4-4781-441f-ab30-2019f0b03826" providerId="ADAL" clId="{55748AF5-C37D-430C-8A41-D1AED7EB88C0}" dt="2020-08-11T23:05:40.138" v="730" actId="1076"/>
          <ac:spMkLst>
            <pc:docMk/>
            <pc:sldMk cId="710160062" sldId="545"/>
            <ac:spMk id="42" creationId="{F500B406-D6E2-42FB-B43B-8FC96734EA92}"/>
          </ac:spMkLst>
        </pc:spChg>
        <pc:spChg chg="add mod">
          <ac:chgData name="Amir" userId="065951d4-4781-441f-ab30-2019f0b03826" providerId="ADAL" clId="{55748AF5-C37D-430C-8A41-D1AED7EB88C0}" dt="2020-08-11T23:05:54.818" v="733" actId="20577"/>
          <ac:spMkLst>
            <pc:docMk/>
            <pc:sldMk cId="710160062" sldId="545"/>
            <ac:spMk id="43" creationId="{F08DD12F-12D7-4C15-BCEF-B0323FA041DB}"/>
          </ac:spMkLst>
        </pc:spChg>
        <pc:spChg chg="add mod">
          <ac:chgData name="Amir" userId="065951d4-4781-441f-ab30-2019f0b03826" providerId="ADAL" clId="{55748AF5-C37D-430C-8A41-D1AED7EB88C0}" dt="2020-08-11T23:07:46.097" v="765" actId="1076"/>
          <ac:spMkLst>
            <pc:docMk/>
            <pc:sldMk cId="710160062" sldId="545"/>
            <ac:spMk id="46" creationId="{35E4B4F3-BEB4-474C-A8A8-BB244A656A1A}"/>
          </ac:spMkLst>
        </pc:spChg>
        <pc:spChg chg="add mod">
          <ac:chgData name="Amir" userId="065951d4-4781-441f-ab30-2019f0b03826" providerId="ADAL" clId="{55748AF5-C37D-430C-8A41-D1AED7EB88C0}" dt="2020-08-11T23:11:31.313" v="833" actId="14100"/>
          <ac:spMkLst>
            <pc:docMk/>
            <pc:sldMk cId="710160062" sldId="545"/>
            <ac:spMk id="53" creationId="{43D95987-EBD6-4D12-92B1-61DF19D34B11}"/>
          </ac:spMkLst>
        </pc:spChg>
        <pc:spChg chg="mod">
          <ac:chgData name="Amir" userId="065951d4-4781-441f-ab30-2019f0b03826" providerId="ADAL" clId="{55748AF5-C37D-430C-8A41-D1AED7EB88C0}" dt="2020-08-15T15:52:51.274" v="4197" actId="20577"/>
          <ac:spMkLst>
            <pc:docMk/>
            <pc:sldMk cId="710160062" sldId="545"/>
            <ac:spMk id="87044" creationId="{00000000-0000-0000-0000-000000000000}"/>
          </ac:spMkLst>
        </pc:spChg>
        <pc:picChg chg="mod">
          <ac:chgData name="Amir" userId="065951d4-4781-441f-ab30-2019f0b03826" providerId="ADAL" clId="{55748AF5-C37D-430C-8A41-D1AED7EB88C0}" dt="2020-08-11T23:09:12.631" v="785" actId="1037"/>
          <ac:picMkLst>
            <pc:docMk/>
            <pc:sldMk cId="710160062" sldId="545"/>
            <ac:picMk id="4" creationId="{068C1760-2C53-44B8-84B1-5A6AE1588B83}"/>
          </ac:picMkLst>
        </pc:picChg>
        <pc:picChg chg="add del">
          <ac:chgData name="Amir" userId="065951d4-4781-441f-ab30-2019f0b03826" providerId="ADAL" clId="{55748AF5-C37D-430C-8A41-D1AED7EB88C0}" dt="2020-08-11T22:52:25.824" v="224" actId="22"/>
          <ac:picMkLst>
            <pc:docMk/>
            <pc:sldMk cId="710160062" sldId="545"/>
            <ac:picMk id="8" creationId="{95A2F94B-BCC4-4C2C-B7E3-397BA7D8C60F}"/>
          </ac:picMkLst>
        </pc:picChg>
        <pc:picChg chg="mod">
          <ac:chgData name="Amir" userId="065951d4-4781-441f-ab30-2019f0b03826" providerId="ADAL" clId="{55748AF5-C37D-430C-8A41-D1AED7EB88C0}" dt="2020-08-11T23:00:42.720" v="667" actId="1035"/>
          <ac:picMkLst>
            <pc:docMk/>
            <pc:sldMk cId="710160062" sldId="545"/>
            <ac:picMk id="21" creationId="{D5CD4CFC-8971-411F-9EB3-F2B4542FC43E}"/>
          </ac:picMkLst>
        </pc:picChg>
        <pc:cxnChg chg="mod">
          <ac:chgData name="Amir" userId="065951d4-4781-441f-ab30-2019f0b03826" providerId="ADAL" clId="{55748AF5-C37D-430C-8A41-D1AED7EB88C0}" dt="2020-08-11T23:06:24.796" v="736" actId="1076"/>
          <ac:cxnSpMkLst>
            <pc:docMk/>
            <pc:sldMk cId="710160062" sldId="545"/>
            <ac:cxnSpMk id="3" creationId="{20518B38-C752-4868-9866-5962B1AD4463}"/>
          </ac:cxnSpMkLst>
        </pc:cxnChg>
        <pc:cxnChg chg="mod">
          <ac:chgData name="Amir" userId="065951d4-4781-441f-ab30-2019f0b03826" providerId="ADAL" clId="{55748AF5-C37D-430C-8A41-D1AED7EB88C0}" dt="2020-08-11T22:59:35.509" v="629" actId="1035"/>
          <ac:cxnSpMkLst>
            <pc:docMk/>
            <pc:sldMk cId="710160062" sldId="545"/>
            <ac:cxnSpMk id="14" creationId="{BEE10EED-E1C9-4663-BDE2-5238317E67B8}"/>
          </ac:cxnSpMkLst>
        </pc:cxnChg>
        <pc:cxnChg chg="mod">
          <ac:chgData name="Amir" userId="065951d4-4781-441f-ab30-2019f0b03826" providerId="ADAL" clId="{55748AF5-C37D-430C-8A41-D1AED7EB88C0}" dt="2020-08-11T23:03:42.175" v="702" actId="404"/>
          <ac:cxnSpMkLst>
            <pc:docMk/>
            <pc:sldMk cId="710160062" sldId="545"/>
            <ac:cxnSpMk id="18" creationId="{9E84267B-EF5E-4ECE-A6CE-32DF5E95D1CE}"/>
          </ac:cxnSpMkLst>
        </pc:cxnChg>
        <pc:cxnChg chg="mod">
          <ac:chgData name="Amir" userId="065951d4-4781-441f-ab30-2019f0b03826" providerId="ADAL" clId="{55748AF5-C37D-430C-8A41-D1AED7EB88C0}" dt="2020-08-11T23:08:03.640" v="769" actId="1035"/>
          <ac:cxnSpMkLst>
            <pc:docMk/>
            <pc:sldMk cId="710160062" sldId="545"/>
            <ac:cxnSpMk id="25" creationId="{68236AFB-E333-460F-A6D9-461226E62616}"/>
          </ac:cxnSpMkLst>
        </pc:cxnChg>
        <pc:cxnChg chg="mod">
          <ac:chgData name="Amir" userId="065951d4-4781-441f-ab30-2019f0b03826" providerId="ADAL" clId="{55748AF5-C37D-430C-8A41-D1AED7EB88C0}" dt="2020-08-11T23:04:54.800" v="718" actId="14100"/>
          <ac:cxnSpMkLst>
            <pc:docMk/>
            <pc:sldMk cId="710160062" sldId="545"/>
            <ac:cxnSpMk id="26" creationId="{29EC882C-A852-43A4-A02F-CEE59A90C25E}"/>
          </ac:cxnSpMkLst>
        </pc:cxnChg>
        <pc:cxnChg chg="mod">
          <ac:chgData name="Amir" userId="065951d4-4781-441f-ab30-2019f0b03826" providerId="ADAL" clId="{55748AF5-C37D-430C-8A41-D1AED7EB88C0}" dt="2020-08-11T23:06:19.189" v="735" actId="14100"/>
          <ac:cxnSpMkLst>
            <pc:docMk/>
            <pc:sldMk cId="710160062" sldId="545"/>
            <ac:cxnSpMk id="30" creationId="{BA683234-1738-4E98-9DF8-E2C4C4A154E3}"/>
          </ac:cxnSpMkLst>
        </pc:cxnChg>
        <pc:cxnChg chg="add mod">
          <ac:chgData name="Amir" userId="065951d4-4781-441f-ab30-2019f0b03826" providerId="ADAL" clId="{55748AF5-C37D-430C-8A41-D1AED7EB88C0}" dt="2020-08-11T23:02:42.684" v="690" actId="14100"/>
          <ac:cxnSpMkLst>
            <pc:docMk/>
            <pc:sldMk cId="710160062" sldId="545"/>
            <ac:cxnSpMk id="38" creationId="{EE2FC9A4-8512-4275-82CB-454870DFD857}"/>
          </ac:cxnSpMkLst>
        </pc:cxnChg>
        <pc:cxnChg chg="add mod">
          <ac:chgData name="Amir" userId="065951d4-4781-441f-ab30-2019f0b03826" providerId="ADAL" clId="{55748AF5-C37D-430C-8A41-D1AED7EB88C0}" dt="2020-08-11T23:09:29.668" v="787"/>
          <ac:cxnSpMkLst>
            <pc:docMk/>
            <pc:sldMk cId="710160062" sldId="545"/>
            <ac:cxnSpMk id="51" creationId="{F084167D-07F9-46A6-9DE5-2555C2BB4AAB}"/>
          </ac:cxnSpMkLst>
        </pc:cxnChg>
      </pc:sldChg>
      <pc:sldChg chg="addSp delSp modSp del mod">
        <pc:chgData name="Amir" userId="065951d4-4781-441f-ab30-2019f0b03826" providerId="ADAL" clId="{55748AF5-C37D-430C-8A41-D1AED7EB88C0}" dt="2020-08-14T02:57:40.877" v="1168" actId="47"/>
        <pc:sldMkLst>
          <pc:docMk/>
          <pc:sldMk cId="2655964397" sldId="547"/>
        </pc:sldMkLst>
        <pc:spChg chg="add mod">
          <ac:chgData name="Amir" userId="065951d4-4781-441f-ab30-2019f0b03826" providerId="ADAL" clId="{55748AF5-C37D-430C-8A41-D1AED7EB88C0}" dt="2020-08-13T16:56:39.551" v="976" actId="1076"/>
          <ac:spMkLst>
            <pc:docMk/>
            <pc:sldMk cId="2655964397" sldId="547"/>
            <ac:spMk id="8" creationId="{A7D1AD2E-182A-43CF-88F6-3A8E780F636F}"/>
          </ac:spMkLst>
        </pc:spChg>
        <pc:spChg chg="del">
          <ac:chgData name="Amir" userId="065951d4-4781-441f-ab30-2019f0b03826" providerId="ADAL" clId="{55748AF5-C37D-430C-8A41-D1AED7EB88C0}" dt="2020-08-13T16:53:05.017" v="949" actId="478"/>
          <ac:spMkLst>
            <pc:docMk/>
            <pc:sldMk cId="2655964397" sldId="547"/>
            <ac:spMk id="9" creationId="{E8999B0D-D01C-4EC9-8FD2-2C1183F24CD5}"/>
          </ac:spMkLst>
        </pc:spChg>
        <pc:spChg chg="del mod">
          <ac:chgData name="Amir" userId="065951d4-4781-441f-ab30-2019f0b03826" providerId="ADAL" clId="{55748AF5-C37D-430C-8A41-D1AED7EB88C0}" dt="2020-08-13T16:50:23.608" v="941" actId="478"/>
          <ac:spMkLst>
            <pc:docMk/>
            <pc:sldMk cId="2655964397" sldId="547"/>
            <ac:spMk id="18" creationId="{A9FDD9C3-F6B2-4AB6-8232-0DF3A34909F0}"/>
          </ac:spMkLst>
        </pc:spChg>
        <pc:spChg chg="mod">
          <ac:chgData name="Amir" userId="065951d4-4781-441f-ab30-2019f0b03826" providerId="ADAL" clId="{55748AF5-C37D-430C-8A41-D1AED7EB88C0}" dt="2020-08-13T16:54:39.058" v="972" actId="14100"/>
          <ac:spMkLst>
            <pc:docMk/>
            <pc:sldMk cId="2655964397" sldId="547"/>
            <ac:spMk id="24" creationId="{C0F8CB2B-7920-4E38-B7F3-F3BA23DFCA42}"/>
          </ac:spMkLst>
        </pc:spChg>
        <pc:spChg chg="mod">
          <ac:chgData name="Amir" userId="065951d4-4781-441f-ab30-2019f0b03826" providerId="ADAL" clId="{55748AF5-C37D-430C-8A41-D1AED7EB88C0}" dt="2020-08-13T16:54:29.270" v="970" actId="1076"/>
          <ac:spMkLst>
            <pc:docMk/>
            <pc:sldMk cId="2655964397" sldId="547"/>
            <ac:spMk id="31" creationId="{6CF8123B-B771-45D3-949C-891EB6FF511F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33" creationId="{5ED1BAB7-BF88-4061-8243-D84136D7F1FE}"/>
          </ac:spMkLst>
        </pc:spChg>
        <pc:spChg chg="mod">
          <ac:chgData name="Amir" userId="065951d4-4781-441f-ab30-2019f0b03826" providerId="ADAL" clId="{55748AF5-C37D-430C-8A41-D1AED7EB88C0}" dt="2020-08-13T16:56:45.293" v="977" actId="14100"/>
          <ac:spMkLst>
            <pc:docMk/>
            <pc:sldMk cId="2655964397" sldId="547"/>
            <ac:spMk id="37" creationId="{28E7BDDD-3523-42C8-ABA2-D966F0A5B00C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38" creationId="{E624735E-3A0C-4C14-9C2E-28B34FFF266C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40" creationId="{11554001-F771-496B-8337-81F6E5EEE64E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42" creationId="{DE897896-6B68-414E-99C9-4244C5821E40}"/>
          </ac:spMkLst>
        </pc:spChg>
        <pc:spChg chg="mod">
          <ac:chgData name="Amir" userId="065951d4-4781-441f-ab30-2019f0b03826" providerId="ADAL" clId="{55748AF5-C37D-430C-8A41-D1AED7EB88C0}" dt="2020-08-13T16:49:33.338" v="933" actId="1035"/>
          <ac:spMkLst>
            <pc:docMk/>
            <pc:sldMk cId="2655964397" sldId="547"/>
            <ac:spMk id="43" creationId="{A8D370C7-1344-430B-8CC1-AD16C95D2178}"/>
          </ac:spMkLst>
        </pc:spChg>
        <pc:spChg chg="mod">
          <ac:chgData name="Amir" userId="065951d4-4781-441f-ab30-2019f0b03826" providerId="ADAL" clId="{55748AF5-C37D-430C-8A41-D1AED7EB88C0}" dt="2020-08-13T16:49:32.059" v="931" actId="1035"/>
          <ac:spMkLst>
            <pc:docMk/>
            <pc:sldMk cId="2655964397" sldId="547"/>
            <ac:spMk id="44" creationId="{0D33B1C8-BA2A-4138-A154-959BBA378052}"/>
          </ac:spMkLst>
        </pc:spChg>
        <pc:spChg chg="mod">
          <ac:chgData name="Amir" userId="065951d4-4781-441f-ab30-2019f0b03826" providerId="ADAL" clId="{55748AF5-C37D-430C-8A41-D1AED7EB88C0}" dt="2020-08-13T16:47:07.903" v="908" actId="1076"/>
          <ac:spMkLst>
            <pc:docMk/>
            <pc:sldMk cId="2655964397" sldId="547"/>
            <ac:spMk id="47" creationId="{93B7415D-16B4-4DD2-9D48-5BFE2AA37BA5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50" creationId="{F4DD391C-2D52-464E-806E-99BE69FE1516}"/>
          </ac:spMkLst>
        </pc:spChg>
        <pc:spChg chg="mod">
          <ac:chgData name="Amir" userId="065951d4-4781-441f-ab30-2019f0b03826" providerId="ADAL" clId="{55748AF5-C37D-430C-8A41-D1AED7EB88C0}" dt="2020-08-13T16:54:33.768" v="971" actId="1076"/>
          <ac:spMkLst>
            <pc:docMk/>
            <pc:sldMk cId="2655964397" sldId="547"/>
            <ac:spMk id="53" creationId="{EA8B8E57-496E-4F1F-B305-EF68663B0416}"/>
          </ac:spMkLst>
        </pc:spChg>
        <pc:spChg chg="add del mod">
          <ac:chgData name="Amir" userId="065951d4-4781-441f-ab30-2019f0b03826" providerId="ADAL" clId="{55748AF5-C37D-430C-8A41-D1AED7EB88C0}" dt="2020-08-13T16:50:38.814" v="943"/>
          <ac:spMkLst>
            <pc:docMk/>
            <pc:sldMk cId="2655964397" sldId="547"/>
            <ac:spMk id="54" creationId="{FAC06C08-D04D-481B-8CB4-0369CC3B62F7}"/>
          </ac:spMkLst>
        </pc:spChg>
        <pc:spChg chg="add del mod">
          <ac:chgData name="Amir" userId="065951d4-4781-441f-ab30-2019f0b03826" providerId="ADAL" clId="{55748AF5-C37D-430C-8A41-D1AED7EB88C0}" dt="2020-08-13T16:50:38.814" v="943"/>
          <ac:spMkLst>
            <pc:docMk/>
            <pc:sldMk cId="2655964397" sldId="547"/>
            <ac:spMk id="56" creationId="{DD46D94D-6328-40A4-8BF0-D603B12EC47D}"/>
          </ac:spMkLst>
        </pc:spChg>
        <pc:spChg chg="add del mod">
          <ac:chgData name="Amir" userId="065951d4-4781-441f-ab30-2019f0b03826" providerId="ADAL" clId="{55748AF5-C37D-430C-8A41-D1AED7EB88C0}" dt="2020-08-13T16:50:38.814" v="943"/>
          <ac:spMkLst>
            <pc:docMk/>
            <pc:sldMk cId="2655964397" sldId="547"/>
            <ac:spMk id="58" creationId="{620E2B84-7F59-4918-BFBE-0BA475F30372}"/>
          </ac:spMkLst>
        </pc:spChg>
        <pc:spChg chg="add del mod">
          <ac:chgData name="Amir" userId="065951d4-4781-441f-ab30-2019f0b03826" providerId="ADAL" clId="{55748AF5-C37D-430C-8A41-D1AED7EB88C0}" dt="2020-08-13T16:50:38.814" v="943"/>
          <ac:spMkLst>
            <pc:docMk/>
            <pc:sldMk cId="2655964397" sldId="547"/>
            <ac:spMk id="59" creationId="{26F1C653-4F4D-48C1-BF32-3AC95F208331}"/>
          </ac:spMkLst>
        </pc:spChg>
        <pc:spChg chg="add mod">
          <ac:chgData name="Amir" userId="065951d4-4781-441f-ab30-2019f0b03826" providerId="ADAL" clId="{55748AF5-C37D-430C-8A41-D1AED7EB88C0}" dt="2020-08-13T16:53:11.840" v="967" actId="1036"/>
          <ac:spMkLst>
            <pc:docMk/>
            <pc:sldMk cId="2655964397" sldId="547"/>
            <ac:spMk id="65" creationId="{25056BCF-66AC-4AC8-8AFE-6A705F5F9EFA}"/>
          </ac:spMkLst>
        </pc:spChg>
        <pc:spChg chg="add mod">
          <ac:chgData name="Amir" userId="065951d4-4781-441f-ab30-2019f0b03826" providerId="ADAL" clId="{55748AF5-C37D-430C-8A41-D1AED7EB88C0}" dt="2020-08-13T16:53:11.840" v="967" actId="1036"/>
          <ac:spMkLst>
            <pc:docMk/>
            <pc:sldMk cId="2655964397" sldId="547"/>
            <ac:spMk id="66" creationId="{D48EBF2F-EDE4-4BBA-8DC0-16356A1E4A9C}"/>
          </ac:spMkLst>
        </pc:spChg>
        <pc:spChg chg="add mod">
          <ac:chgData name="Amir" userId="065951d4-4781-441f-ab30-2019f0b03826" providerId="ADAL" clId="{55748AF5-C37D-430C-8A41-D1AED7EB88C0}" dt="2020-08-13T16:53:11.840" v="967" actId="1036"/>
          <ac:spMkLst>
            <pc:docMk/>
            <pc:sldMk cId="2655964397" sldId="547"/>
            <ac:spMk id="67" creationId="{F3E8C257-CD7B-4D4C-B6D1-59F9031C22D5}"/>
          </ac:spMkLst>
        </pc:spChg>
        <pc:spChg chg="add mod">
          <ac:chgData name="Amir" userId="065951d4-4781-441f-ab30-2019f0b03826" providerId="ADAL" clId="{55748AF5-C37D-430C-8A41-D1AED7EB88C0}" dt="2020-08-13T16:53:11.840" v="967" actId="1036"/>
          <ac:spMkLst>
            <pc:docMk/>
            <pc:sldMk cId="2655964397" sldId="547"/>
            <ac:spMk id="68" creationId="{0CA4F67E-A721-4CE5-9098-9075AC78ADA3}"/>
          </ac:spMkLst>
        </pc:spChg>
        <pc:picChg chg="add del mod">
          <ac:chgData name="Amir" userId="065951d4-4781-441f-ab30-2019f0b03826" providerId="ADAL" clId="{55748AF5-C37D-430C-8A41-D1AED7EB88C0}" dt="2020-08-13T16:49:38.969" v="936"/>
          <ac:picMkLst>
            <pc:docMk/>
            <pc:sldMk cId="2655964397" sldId="547"/>
            <ac:picMk id="48" creationId="{1B7AA8C6-84B7-48E2-8FEC-AB77B439E4A3}"/>
          </ac:picMkLst>
        </pc:picChg>
        <pc:picChg chg="add del mod">
          <ac:chgData name="Amir" userId="065951d4-4781-441f-ab30-2019f0b03826" providerId="ADAL" clId="{55748AF5-C37D-430C-8A41-D1AED7EB88C0}" dt="2020-08-13T16:50:38.814" v="943"/>
          <ac:picMkLst>
            <pc:docMk/>
            <pc:sldMk cId="2655964397" sldId="547"/>
            <ac:picMk id="60" creationId="{D3EC5DB3-1532-41A4-B578-A934D83DC4D8}"/>
          </ac:picMkLst>
        </pc:picChg>
        <pc:cxnChg chg="del mod">
          <ac:chgData name="Amir" userId="065951d4-4781-441f-ab30-2019f0b03826" providerId="ADAL" clId="{55748AF5-C37D-430C-8A41-D1AED7EB88C0}" dt="2020-08-13T16:53:05.017" v="949" actId="478"/>
          <ac:cxnSpMkLst>
            <pc:docMk/>
            <pc:sldMk cId="2655964397" sldId="547"/>
            <ac:cxnSpMk id="25" creationId="{68236AFB-E333-460F-A6D9-461226E62616}"/>
          </ac:cxnSpMkLst>
        </pc:cxnChg>
        <pc:cxnChg chg="del mod">
          <ac:chgData name="Amir" userId="065951d4-4781-441f-ab30-2019f0b03826" providerId="ADAL" clId="{55748AF5-C37D-430C-8A41-D1AED7EB88C0}" dt="2020-08-13T16:53:05.017" v="949" actId="478"/>
          <ac:cxnSpMkLst>
            <pc:docMk/>
            <pc:sldMk cId="2655964397" sldId="547"/>
            <ac:cxnSpMk id="30" creationId="{BA683234-1738-4E98-9DF8-E2C4C4A154E3}"/>
          </ac:cxnSpMkLst>
        </pc:cxnChg>
        <pc:cxnChg chg="add del mod">
          <ac:chgData name="Amir" userId="065951d4-4781-441f-ab30-2019f0b03826" providerId="ADAL" clId="{55748AF5-C37D-430C-8A41-D1AED7EB88C0}" dt="2020-08-13T16:49:38.969" v="936"/>
          <ac:cxnSpMkLst>
            <pc:docMk/>
            <pc:sldMk cId="2655964397" sldId="547"/>
            <ac:cxnSpMk id="32" creationId="{14576D43-A941-4579-924E-708F8A891C32}"/>
          </ac:cxnSpMkLst>
        </pc:cxnChg>
        <pc:cxnChg chg="add del mod">
          <ac:chgData name="Amir" userId="065951d4-4781-441f-ab30-2019f0b03826" providerId="ADAL" clId="{55748AF5-C37D-430C-8A41-D1AED7EB88C0}" dt="2020-08-13T16:49:38.969" v="936"/>
          <ac:cxnSpMkLst>
            <pc:docMk/>
            <pc:sldMk cId="2655964397" sldId="547"/>
            <ac:cxnSpMk id="34" creationId="{5D891381-5580-4A49-AE32-BE3C5A918731}"/>
          </ac:cxnSpMkLst>
        </pc:cxnChg>
        <pc:cxnChg chg="mod">
          <ac:chgData name="Amir" userId="065951d4-4781-441f-ab30-2019f0b03826" providerId="ADAL" clId="{55748AF5-C37D-430C-8A41-D1AED7EB88C0}" dt="2020-08-13T16:56:45.293" v="977" actId="14100"/>
          <ac:cxnSpMkLst>
            <pc:docMk/>
            <pc:sldMk cId="2655964397" sldId="547"/>
            <ac:cxnSpMk id="36" creationId="{8AF6B0F1-40B8-4465-809F-BF0A4F045880}"/>
          </ac:cxnSpMkLst>
        </pc:cxnChg>
        <pc:cxnChg chg="add del mod">
          <ac:chgData name="Amir" userId="065951d4-4781-441f-ab30-2019f0b03826" providerId="ADAL" clId="{55748AF5-C37D-430C-8A41-D1AED7EB88C0}" dt="2020-08-13T16:49:38.969" v="936"/>
          <ac:cxnSpMkLst>
            <pc:docMk/>
            <pc:sldMk cId="2655964397" sldId="547"/>
            <ac:cxnSpMk id="39" creationId="{8A15F2E9-8519-4822-B0F8-CCFE665876E2}"/>
          </ac:cxnSpMkLst>
        </pc:cxnChg>
        <pc:cxnChg chg="mod">
          <ac:chgData name="Amir" userId="065951d4-4781-441f-ab30-2019f0b03826" providerId="ADAL" clId="{55748AF5-C37D-430C-8A41-D1AED7EB88C0}" dt="2020-08-13T16:49:34.679" v="934" actId="1038"/>
          <ac:cxnSpMkLst>
            <pc:docMk/>
            <pc:sldMk cId="2655964397" sldId="547"/>
            <ac:cxnSpMk id="41" creationId="{240C081E-786A-48F4-8E7C-B60F7BE1661E}"/>
          </ac:cxnSpMkLst>
        </pc:cxnChg>
        <pc:cxnChg chg="del">
          <ac:chgData name="Amir" userId="065951d4-4781-441f-ab30-2019f0b03826" providerId="ADAL" clId="{55748AF5-C37D-430C-8A41-D1AED7EB88C0}" dt="2020-08-13T16:52:48.099" v="948" actId="478"/>
          <ac:cxnSpMkLst>
            <pc:docMk/>
            <pc:sldMk cId="2655964397" sldId="547"/>
            <ac:cxnSpMk id="46" creationId="{FBD543FD-D568-4DED-85F3-321B9D264114}"/>
          </ac:cxnSpMkLst>
        </pc:cxnChg>
        <pc:cxnChg chg="del">
          <ac:chgData name="Amir" userId="065951d4-4781-441f-ab30-2019f0b03826" providerId="ADAL" clId="{55748AF5-C37D-430C-8A41-D1AED7EB88C0}" dt="2020-08-13T16:53:05.017" v="949" actId="478"/>
          <ac:cxnSpMkLst>
            <pc:docMk/>
            <pc:sldMk cId="2655964397" sldId="547"/>
            <ac:cxnSpMk id="51" creationId="{2F57B3EF-487C-4FEE-A878-1A323846FD1B}"/>
          </ac:cxnSpMkLst>
        </pc:cxnChg>
        <pc:cxnChg chg="add del mod">
          <ac:chgData name="Amir" userId="065951d4-4781-441f-ab30-2019f0b03826" providerId="ADAL" clId="{55748AF5-C37D-430C-8A41-D1AED7EB88C0}" dt="2020-08-13T16:50:38.814" v="943"/>
          <ac:cxnSpMkLst>
            <pc:docMk/>
            <pc:sldMk cId="2655964397" sldId="547"/>
            <ac:cxnSpMk id="52" creationId="{86CF802A-B141-48A4-AA1A-F21E4D22B5DE}"/>
          </ac:cxnSpMkLst>
        </pc:cxnChg>
        <pc:cxnChg chg="add del mod">
          <ac:chgData name="Amir" userId="065951d4-4781-441f-ab30-2019f0b03826" providerId="ADAL" clId="{55748AF5-C37D-430C-8A41-D1AED7EB88C0}" dt="2020-08-13T16:50:38.814" v="943"/>
          <ac:cxnSpMkLst>
            <pc:docMk/>
            <pc:sldMk cId="2655964397" sldId="547"/>
            <ac:cxnSpMk id="55" creationId="{17215FAB-68F6-41D9-9FAD-C87805686922}"/>
          </ac:cxnSpMkLst>
        </pc:cxnChg>
        <pc:cxnChg chg="add del mod">
          <ac:chgData name="Amir" userId="065951d4-4781-441f-ab30-2019f0b03826" providerId="ADAL" clId="{55748AF5-C37D-430C-8A41-D1AED7EB88C0}" dt="2020-08-13T16:50:38.814" v="943"/>
          <ac:cxnSpMkLst>
            <pc:docMk/>
            <pc:sldMk cId="2655964397" sldId="547"/>
            <ac:cxnSpMk id="57" creationId="{917F5026-7B69-4C0C-BC68-57EEF6912B61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1" creationId="{496A5741-424D-4AA7-9F19-B53ED384F9C7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2" creationId="{6A512C49-B37A-45FE-8E61-5B1D4D205C65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3" creationId="{159A728B-2D26-4E66-940D-A406B6046773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4" creationId="{C1187C5F-4D48-4109-BA79-104BB183DD20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9" creationId="{83477873-CA0D-452D-878E-26F17ABE29E7}"/>
          </ac:cxnSpMkLst>
        </pc:cxnChg>
      </pc:sldChg>
      <pc:sldChg chg="del">
        <pc:chgData name="Amir" userId="065951d4-4781-441f-ab30-2019f0b03826" providerId="ADAL" clId="{55748AF5-C37D-430C-8A41-D1AED7EB88C0}" dt="2020-08-14T03:18:04.576" v="2011" actId="47"/>
        <pc:sldMkLst>
          <pc:docMk/>
          <pc:sldMk cId="2558632366" sldId="551"/>
        </pc:sldMkLst>
      </pc:sldChg>
      <pc:sldChg chg="addSp delSp del mod">
        <pc:chgData name="Amir" userId="065951d4-4781-441f-ab30-2019f0b03826" providerId="ADAL" clId="{55748AF5-C37D-430C-8A41-D1AED7EB88C0}" dt="2020-08-14T03:17:59.855" v="2010" actId="47"/>
        <pc:sldMkLst>
          <pc:docMk/>
          <pc:sldMk cId="1491586914" sldId="552"/>
        </pc:sldMkLst>
        <pc:spChg chg="add del">
          <ac:chgData name="Amir" userId="065951d4-4781-441f-ab30-2019f0b03826" providerId="ADAL" clId="{55748AF5-C37D-430C-8A41-D1AED7EB88C0}" dt="2020-08-13T16:54:10.592" v="969" actId="22"/>
          <ac:spMkLst>
            <pc:docMk/>
            <pc:sldMk cId="1491586914" sldId="552"/>
            <ac:spMk id="2" creationId="{85838911-0D09-4AB5-BBB6-F7AE6A8FBB64}"/>
          </ac:spMkLst>
        </pc:spChg>
      </pc:sldChg>
      <pc:sldChg chg="addSp delSp modSp mod delAnim modAnim">
        <pc:chgData name="Amir" userId="065951d4-4781-441f-ab30-2019f0b03826" providerId="ADAL" clId="{55748AF5-C37D-430C-8A41-D1AED7EB88C0}" dt="2020-08-14T22:30:38.140" v="3189" actId="1076"/>
        <pc:sldMkLst>
          <pc:docMk/>
          <pc:sldMk cId="98738920" sldId="553"/>
        </pc:sldMkLst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5" creationId="{AA971D85-F717-401C-8D12-C8C1B3C04839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9" creationId="{E8999B0D-D01C-4EC9-8FD2-2C1183F24CD5}"/>
          </ac:spMkLst>
        </pc:spChg>
        <pc:spChg chg="mod">
          <ac:chgData name="Amir" userId="065951d4-4781-441f-ab30-2019f0b03826" providerId="ADAL" clId="{55748AF5-C37D-430C-8A41-D1AED7EB88C0}" dt="2020-08-14T03:26:21.780" v="2399" actId="166"/>
          <ac:spMkLst>
            <pc:docMk/>
            <pc:sldMk cId="98738920" sldId="553"/>
            <ac:spMk id="10" creationId="{A4F3FE8E-BEF3-408D-AA12-6902612FA99E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24" creationId="{559F21A4-6B52-4679-84AE-395B1264CD2A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24" creationId="{C0F8CB2B-7920-4E38-B7F3-F3BA23DFCA42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27" creationId="{0BEA76BA-E301-48BA-947F-46248C0B0828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30" creationId="{185E7166-C9AC-40EC-8C8A-8A8ECAF79FB2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31" creationId="{436283E6-A731-4B6A-82C6-07AC4B71CD2F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31" creationId="{6CF8123B-B771-45D3-949C-891EB6FF511F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32" creationId="{60F6173C-ADDD-4832-B8A4-7B0124BB9417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33" creationId="{827B71DF-4A10-408E-9093-FC6928AD0902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35" creationId="{63A3B07B-E30E-404A-A5AF-E8CF730C14F7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37" creationId="{25516D45-FB07-487C-A9B3-13FB56079E3C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37" creationId="{28E7BDDD-3523-42C8-ABA2-D966F0A5B00C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40" creationId="{E1F5E80D-67CB-439A-8371-2EB796E0DF64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1" creationId="{EED392F1-BFFE-474B-9B68-29DE34F2754B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42" creationId="{2C5AB8C0-1442-4541-9667-60282829FB62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3" creationId="{5DB1028F-0D72-4CD7-B672-850455D49DA0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3" creationId="{A8D370C7-1344-430B-8CC1-AD16C95D2178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4" creationId="{0D33B1C8-BA2A-4138-A154-959BBA378052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4" creationId="{2C112DC1-0802-44B0-8982-F94F3714FE12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5" creationId="{CEA9C6A2-DB12-44B8-AB17-0DEFA312D5DE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7" creationId="{2EF290CC-CDEC-4D53-B05F-A210562B7854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7" creationId="{93B7415D-16B4-4DD2-9D48-5BFE2AA37BA5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48" creationId="{0EAD531A-3616-4885-8D3F-616958065DE0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9" creationId="{193472D7-55F4-401E-8386-FF9371995BD6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9" creationId="{E69737F5-8564-4D4C-A4EB-BD376850D7A5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0" creationId="{287388A0-918E-470D-AF52-52E3D16DF6CB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51" creationId="{826CBB2E-1E70-4145-83CA-6EF00698F5FB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53" creationId="{868E0473-9974-42D9-BF92-468C37167BE6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53" creationId="{EA8B8E57-496E-4F1F-B305-EF68663B0416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5" creationId="{BCF0AC26-D2F1-419D-9B40-7DA83DA3D20E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6" creationId="{943B8A10-5BE5-4CD2-ACC4-D727A2E2A548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7" creationId="{0253A246-D3B2-4A66-A816-D653F07D40D4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8" creationId="{865872E1-F8B8-4A48-B6DF-A77DA93AF48E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59" creationId="{D82C793E-D2FC-42CF-9F91-D44831961E84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60" creationId="{0C3FD032-0976-42CE-AE39-881055325A54}"/>
          </ac:spMkLst>
        </pc:spChg>
        <pc:spChg chg="mod">
          <ac:chgData name="Amir" userId="065951d4-4781-441f-ab30-2019f0b03826" providerId="ADAL" clId="{55748AF5-C37D-430C-8A41-D1AED7EB88C0}" dt="2020-08-14T03:21:21.613" v="2080" actId="20577"/>
          <ac:spMkLst>
            <pc:docMk/>
            <pc:sldMk cId="98738920" sldId="553"/>
            <ac:spMk id="87043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4T03:25:19.463" v="2342" actId="20577"/>
          <ac:spMkLst>
            <pc:docMk/>
            <pc:sldMk cId="98738920" sldId="553"/>
            <ac:spMk id="87044" creationId="{00000000-0000-0000-0000-000000000000}"/>
          </ac:spMkLst>
        </pc:spChg>
        <pc:picChg chg="del">
          <ac:chgData name="Amir" userId="065951d4-4781-441f-ab30-2019f0b03826" providerId="ADAL" clId="{55748AF5-C37D-430C-8A41-D1AED7EB88C0}" dt="2020-08-14T03:25:39.015" v="2344" actId="478"/>
          <ac:picMkLst>
            <pc:docMk/>
            <pc:sldMk cId="98738920" sldId="553"/>
            <ac:picMk id="4" creationId="{068C1760-2C53-44B8-84B1-5A6AE1588B83}"/>
          </ac:picMkLst>
        </pc:picChg>
        <pc:picChg chg="del">
          <ac:chgData name="Amir" userId="065951d4-4781-441f-ab30-2019f0b03826" providerId="ADAL" clId="{55748AF5-C37D-430C-8A41-D1AED7EB88C0}" dt="2020-08-14T03:25:39.015" v="2344" actId="478"/>
          <ac:picMkLst>
            <pc:docMk/>
            <pc:sldMk cId="98738920" sldId="553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30:38.140" v="3189" actId="1076"/>
          <ac:picMkLst>
            <pc:docMk/>
            <pc:sldMk cId="98738920" sldId="553"/>
            <ac:picMk id="25" creationId="{9175C230-A2EC-42C8-9072-FD30C1D9BFF5}"/>
          </ac:picMkLst>
        </pc:picChg>
        <pc:picChg chg="add del mod">
          <ac:chgData name="Amir" userId="065951d4-4781-441f-ab30-2019f0b03826" providerId="ADAL" clId="{55748AF5-C37D-430C-8A41-D1AED7EB88C0}" dt="2020-08-14T22:30:28.005" v="3187" actId="478"/>
          <ac:picMkLst>
            <pc:docMk/>
            <pc:sldMk cId="98738920" sldId="553"/>
            <ac:picMk id="28" creationId="{E42859A5-5749-4DFF-9112-50D3726D9408}"/>
          </ac:picMkLst>
        </pc:picChg>
        <pc:picChg chg="add del mod">
          <ac:chgData name="Amir" userId="065951d4-4781-441f-ab30-2019f0b03826" providerId="ADAL" clId="{55748AF5-C37D-430C-8A41-D1AED7EB88C0}" dt="2020-08-14T22:30:28.005" v="3187" actId="478"/>
          <ac:picMkLst>
            <pc:docMk/>
            <pc:sldMk cId="98738920" sldId="553"/>
            <ac:picMk id="34" creationId="{6990F809-6D6B-406A-A025-40650964708C}"/>
          </ac:picMkLst>
        </pc:picChg>
        <pc:cxnChg chg="del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3" creationId="{20518B38-C752-4868-9866-5962B1AD4463}"/>
          </ac:cxnSpMkLst>
        </pc:cxnChg>
        <pc:cxnChg chg="del mod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25" creationId="{68236AFB-E333-460F-A6D9-461226E62616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26" creationId="{9BDE730F-F7AD-4DDE-BD72-781E6BFB4FBD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29" creationId="{6A06617F-4C9A-4076-8EA9-D2EA0889E418}"/>
          </ac:cxnSpMkLst>
        </pc:cxnChg>
        <pc:cxnChg chg="del mod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30" creationId="{BA683234-1738-4E98-9DF8-E2C4C4A154E3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35" creationId="{80EF2266-CCDB-4AB3-95DE-B5C49796459D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36" creationId="{7E0088DB-E0C4-4378-9641-7D45EC767A43}"/>
          </ac:cxnSpMkLst>
        </pc:cxnChg>
        <pc:cxnChg chg="del mod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36" creationId="{8AF6B0F1-40B8-4465-809F-BF0A4F045880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38" creationId="{24AAAEF9-E664-46D3-85EC-A56F459DBC26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39" creationId="{0C5F2161-BF96-49EE-A3E2-A73089BEEC3B}"/>
          </ac:cxnSpMkLst>
        </pc:cxnChg>
        <pc:cxnChg chg="del mod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41" creationId="{240C081E-786A-48F4-8E7C-B60F7BE1661E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45" creationId="{43D58F40-242E-4FFF-89BE-54B1CB3277FD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46" creationId="{78F769ED-1847-4A3C-8BE1-A6AD03FFE353}"/>
          </ac:cxnSpMkLst>
        </pc:cxnChg>
        <pc:cxnChg chg="del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46" creationId="{FBD543FD-D568-4DED-85F3-321B9D264114}"/>
          </ac:cxnSpMkLst>
        </pc:cxnChg>
        <pc:cxnChg chg="del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51" creationId="{2F57B3EF-487C-4FEE-A878-1A323846FD1B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52" creationId="{1C246E77-F335-4B4E-B1E5-DC6BD4C91764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54" creationId="{8280D1CA-0031-402A-8622-BDEC3EAF20B2}"/>
          </ac:cxnSpMkLst>
        </pc:cxnChg>
      </pc:sldChg>
      <pc:sldChg chg="del">
        <pc:chgData name="Amir" userId="065951d4-4781-441f-ab30-2019f0b03826" providerId="ADAL" clId="{55748AF5-C37D-430C-8A41-D1AED7EB88C0}" dt="2020-08-14T03:18:43.886" v="2012" actId="47"/>
        <pc:sldMkLst>
          <pc:docMk/>
          <pc:sldMk cId="4283803182" sldId="554"/>
        </pc:sldMkLst>
      </pc:sldChg>
      <pc:sldChg chg="del">
        <pc:chgData name="Amir" userId="065951d4-4781-441f-ab30-2019f0b03826" providerId="ADAL" clId="{55748AF5-C37D-430C-8A41-D1AED7EB88C0}" dt="2020-08-14T03:18:54.503" v="2013" actId="47"/>
        <pc:sldMkLst>
          <pc:docMk/>
          <pc:sldMk cId="338260514" sldId="555"/>
        </pc:sldMkLst>
      </pc:sldChg>
      <pc:sldChg chg="addSp delSp modSp mod delAnim modAnim">
        <pc:chgData name="Amir" userId="065951d4-4781-441f-ab30-2019f0b03826" providerId="ADAL" clId="{55748AF5-C37D-430C-8A41-D1AED7EB88C0}" dt="2020-08-14T22:30:53.295" v="3191"/>
        <pc:sldMkLst>
          <pc:docMk/>
          <pc:sldMk cId="2603816425" sldId="556"/>
        </pc:sldMkLst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9" creationId="{E8999B0D-D01C-4EC9-8FD2-2C1183F24CD5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23" creationId="{3D64398C-0445-4CF4-AAC2-84CCB902B164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24" creationId="{C0F8CB2B-7920-4E38-B7F3-F3BA23DFCA42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26" creationId="{2A09997D-41B6-4AB7-8752-4FE515E34AE1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29" creationId="{88D36B13-ACA5-4758-B832-0EC59E368C79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30" creationId="{87B84619-15BD-4E7F-AA16-E14BAEB3F856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31" creationId="{6CF8123B-B771-45D3-949C-891EB6FF511F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31" creationId="{AB5ECC05-6BC1-4506-AC3A-0A0B3FD26AA8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32" creationId="{52AFD9A9-244D-43D5-8D58-A7E25AA60F7D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35" creationId="{63A3B07B-E30E-404A-A5AF-E8CF730C14F7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37" creationId="{2310D249-66BF-40B2-89AB-6E9C3F69F14D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37" creationId="{28E7BDDD-3523-42C8-ABA2-D966F0A5B00C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39" creationId="{FFC3864A-F591-461D-B11B-039CC7C96BFB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40" creationId="{77AFA8E2-3594-4E35-9811-1D8459796B23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1" creationId="{89811D6E-8B33-4C2D-A1AA-35C300A664A9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42" creationId="{AA6690B1-5185-4B42-B198-5CF5862748E2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3" creationId="{A8D370C7-1344-430B-8CC1-AD16C95D2178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3" creationId="{AB43396C-846B-460C-8D97-45FF211E804B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4" creationId="{0D33B1C8-BA2A-4138-A154-959BBA378052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4" creationId="{78F83B90-585F-441B-B6D6-3202CD83A3D5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5" creationId="{CEA9C6A2-DB12-44B8-AB17-0DEFA312D5DE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7" creationId="{7A37C289-5077-49EF-94BC-879088351CC0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7" creationId="{93B7415D-16B4-4DD2-9D48-5BFE2AA37BA5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48" creationId="{7A11E2A9-0825-44FE-8926-088698DD8D49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9" creationId="{12EFC73D-0EA9-4AE7-B1F4-7570F632324C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9" creationId="{193472D7-55F4-401E-8386-FF9371995BD6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51" creationId="{96401021-6708-441F-BE07-15D6C6E55447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53" creationId="{14DDBA96-0F64-4C38-B3B2-44026D7FAF47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53" creationId="{EA8B8E57-496E-4F1F-B305-EF68663B0416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54" creationId="{B89C40FE-F273-4205-9129-801C091D135E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55" creationId="{062ACDEE-B13E-4D21-9EA7-8C72AD803752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56" creationId="{9E8E9B9C-6E31-4DE5-8C8A-83E953C7E53E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57" creationId="{AD610065-821E-4B2B-A14F-ACC53A87F60B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58" creationId="{11538764-1963-4D5B-A45D-368A7477F95B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59" creationId="{4FD50556-15DE-4DA7-A3EC-B76DBF49BB18}"/>
          </ac:spMkLst>
        </pc:spChg>
        <pc:spChg chg="mod">
          <ac:chgData name="Amir" userId="065951d4-4781-441f-ab30-2019f0b03826" providerId="ADAL" clId="{55748AF5-C37D-430C-8A41-D1AED7EB88C0}" dt="2020-08-14T22:15:53.783" v="2939" actId="6549"/>
          <ac:spMkLst>
            <pc:docMk/>
            <pc:sldMk cId="2603816425" sldId="556"/>
            <ac:spMk id="87044" creationId="{00000000-0000-0000-0000-000000000000}"/>
          </ac:spMkLst>
        </pc:spChg>
        <pc:picChg chg="del">
          <ac:chgData name="Amir" userId="065951d4-4781-441f-ab30-2019f0b03826" providerId="ADAL" clId="{55748AF5-C37D-430C-8A41-D1AED7EB88C0}" dt="2020-08-14T03:26:54.580" v="2403" actId="478"/>
          <ac:picMkLst>
            <pc:docMk/>
            <pc:sldMk cId="2603816425" sldId="556"/>
            <ac:picMk id="4" creationId="{068C1760-2C53-44B8-84B1-5A6AE1588B83}"/>
          </ac:picMkLst>
        </pc:picChg>
        <pc:picChg chg="del">
          <ac:chgData name="Amir" userId="065951d4-4781-441f-ab30-2019f0b03826" providerId="ADAL" clId="{55748AF5-C37D-430C-8A41-D1AED7EB88C0}" dt="2020-08-14T03:26:54.580" v="2403" actId="478"/>
          <ac:picMkLst>
            <pc:docMk/>
            <pc:sldMk cId="2603816425" sldId="556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30:53.295" v="3191"/>
          <ac:picMkLst>
            <pc:docMk/>
            <pc:sldMk cId="2603816425" sldId="556"/>
            <ac:picMk id="24" creationId="{CCECF0FB-5B33-4D14-A9CA-8477020AF509}"/>
          </ac:picMkLst>
        </pc:picChg>
        <pc:picChg chg="add del mod">
          <ac:chgData name="Amir" userId="065951d4-4781-441f-ab30-2019f0b03826" providerId="ADAL" clId="{55748AF5-C37D-430C-8A41-D1AED7EB88C0}" dt="2020-08-14T22:30:52.308" v="3190" actId="478"/>
          <ac:picMkLst>
            <pc:docMk/>
            <pc:sldMk cId="2603816425" sldId="556"/>
            <ac:picMk id="27" creationId="{07A754BE-AB37-4B31-8E37-0307F53E6700}"/>
          </ac:picMkLst>
        </pc:picChg>
        <pc:picChg chg="add del mod">
          <ac:chgData name="Amir" userId="065951d4-4781-441f-ab30-2019f0b03826" providerId="ADAL" clId="{55748AF5-C37D-430C-8A41-D1AED7EB88C0}" dt="2020-08-14T22:30:52.308" v="3190" actId="478"/>
          <ac:picMkLst>
            <pc:docMk/>
            <pc:sldMk cId="2603816425" sldId="556"/>
            <ac:picMk id="33" creationId="{DD294179-8671-4848-BB80-380A27D93B37}"/>
          </ac:picMkLst>
        </pc:picChg>
        <pc:cxnChg chg="del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3" creationId="{20518B38-C752-4868-9866-5962B1AD4463}"/>
          </ac:cxnSpMkLst>
        </pc:cxnChg>
        <pc:cxnChg chg="del mod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25" creationId="{68236AFB-E333-460F-A6D9-461226E62616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25" creationId="{8D912B88-33E6-43B8-90E0-656CC2386442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28" creationId="{771EF29D-186E-4F07-8BE2-CB653B3D908A}"/>
          </ac:cxnSpMkLst>
        </pc:cxnChg>
        <pc:cxnChg chg="del mod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30" creationId="{BA683234-1738-4E98-9DF8-E2C4C4A154E3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34" creationId="{75246D1E-38EF-427C-9E8A-42D9C4D022D2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35" creationId="{4A7A5928-074F-4542-8D66-71A160051117}"/>
          </ac:cxnSpMkLst>
        </pc:cxnChg>
        <pc:cxnChg chg="del mod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36" creationId="{8AF6B0F1-40B8-4465-809F-BF0A4F045880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36" creationId="{CF70AD64-95A4-42E0-AFFE-10AFEFBF0AEE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38" creationId="{354CC0DA-1E05-4505-9B46-B3AAA6A1184B}"/>
          </ac:cxnSpMkLst>
        </pc:cxnChg>
        <pc:cxnChg chg="del mod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41" creationId="{240C081E-786A-48F4-8E7C-B60F7BE1661E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45" creationId="{C21E4B5D-97B0-4128-931F-183D444614CF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46" creationId="{65CD2581-60AE-4DBB-9B88-ABF17D5D8D3B}"/>
          </ac:cxnSpMkLst>
        </pc:cxnChg>
        <pc:cxnChg chg="del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46" creationId="{FBD543FD-D568-4DED-85F3-321B9D264114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50" creationId="{2F5145EA-2BAC-4393-90EB-64AA165BFF21}"/>
          </ac:cxnSpMkLst>
        </pc:cxnChg>
        <pc:cxnChg chg="del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51" creationId="{2F57B3EF-487C-4FEE-A878-1A323846FD1B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52" creationId="{C76F1722-2717-44EE-9A55-9C7993C6B526}"/>
          </ac:cxnSpMkLst>
        </pc:cxnChg>
      </pc:sldChg>
      <pc:sldChg chg="addSp delSp modSp add del mod">
        <pc:chgData name="Amir" userId="065951d4-4781-441f-ab30-2019f0b03826" providerId="ADAL" clId="{55748AF5-C37D-430C-8A41-D1AED7EB88C0}" dt="2020-08-14T02:57:28.082" v="1167" actId="47"/>
        <pc:sldMkLst>
          <pc:docMk/>
          <pc:sldMk cId="1614795344" sldId="557"/>
        </pc:sldMkLst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34" creationId="{AAC85F96-7C6C-4CB2-B057-B73549E46ACF}"/>
          </ac:spMkLst>
        </pc:spChg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37" creationId="{A9D9888F-58A4-4A73-8010-70316DA29C01}"/>
          </ac:spMkLst>
        </pc:spChg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40" creationId="{12A4B75D-D2FD-48A5-8D3D-4A0FC20AF307}"/>
          </ac:spMkLst>
        </pc:spChg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41" creationId="{4EE0DC23-EA2E-4B3A-82C7-99F3F7D0DD72}"/>
          </ac:spMkLst>
        </pc:spChg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45" creationId="{80C4ECE2-137D-4A04-A87D-9583BA2C46E4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48" creationId="{719E7CB5-A0A7-4759-A029-28E74A39C20E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50" creationId="{BAA19ECF-2705-47CE-B2AA-2B778D1F7160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54" creationId="{5DC1A94A-7F77-43E5-9428-FD5428F474DB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55" creationId="{0048A585-23E9-41BB-9FD2-848C06FD353A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57" creationId="{64F06D3C-2ABA-486E-8812-3A10C9A09A84}"/>
          </ac:spMkLst>
        </pc:spChg>
        <pc:spChg chg="add del mod">
          <ac:chgData name="Amir" userId="065951d4-4781-441f-ab30-2019f0b03826" providerId="ADAL" clId="{55748AF5-C37D-430C-8A41-D1AED7EB88C0}" dt="2020-08-13T16:52:06.079" v="947"/>
          <ac:spMkLst>
            <pc:docMk/>
            <pc:sldMk cId="1614795344" sldId="557"/>
            <ac:spMk id="59" creationId="{E67F973F-BCCA-42CF-9BCE-D4C90B411449}"/>
          </ac:spMkLst>
        </pc:spChg>
        <pc:spChg chg="add del mod">
          <ac:chgData name="Amir" userId="065951d4-4781-441f-ab30-2019f0b03826" providerId="ADAL" clId="{55748AF5-C37D-430C-8A41-D1AED7EB88C0}" dt="2020-08-13T16:52:06.079" v="947"/>
          <ac:spMkLst>
            <pc:docMk/>
            <pc:sldMk cId="1614795344" sldId="557"/>
            <ac:spMk id="61" creationId="{B17DA13E-C481-430B-B3A1-BD3A30E34342}"/>
          </ac:spMkLst>
        </pc:spChg>
        <pc:spChg chg="add del mod">
          <ac:chgData name="Amir" userId="065951d4-4781-441f-ab30-2019f0b03826" providerId="ADAL" clId="{55748AF5-C37D-430C-8A41-D1AED7EB88C0}" dt="2020-08-13T16:52:06.079" v="947"/>
          <ac:spMkLst>
            <pc:docMk/>
            <pc:sldMk cId="1614795344" sldId="557"/>
            <ac:spMk id="63" creationId="{A7ED1E54-106A-4A65-BA12-481DF319D03F}"/>
          </ac:spMkLst>
        </pc:spChg>
        <pc:spChg chg="add del mod">
          <ac:chgData name="Amir" userId="065951d4-4781-441f-ab30-2019f0b03826" providerId="ADAL" clId="{55748AF5-C37D-430C-8A41-D1AED7EB88C0}" dt="2020-08-13T16:52:06.079" v="947"/>
          <ac:spMkLst>
            <pc:docMk/>
            <pc:sldMk cId="1614795344" sldId="557"/>
            <ac:spMk id="64" creationId="{5F1C0B8B-98F8-47F7-AB2E-B1DF2870DD5B}"/>
          </ac:spMkLst>
        </pc:spChg>
        <pc:picChg chg="add del mod">
          <ac:chgData name="Amir" userId="065951d4-4781-441f-ab30-2019f0b03826" providerId="ADAL" clId="{55748AF5-C37D-430C-8A41-D1AED7EB88C0}" dt="2020-08-13T16:48:16.348" v="918"/>
          <ac:picMkLst>
            <pc:docMk/>
            <pc:sldMk cId="1614795344" sldId="557"/>
            <ac:picMk id="44" creationId="{5FB4CF2B-0757-4D60-8E0D-99BB2095EF32}"/>
          </ac:picMkLst>
        </pc:picChg>
        <pc:picChg chg="add del mod">
          <ac:chgData name="Amir" userId="065951d4-4781-441f-ab30-2019f0b03826" providerId="ADAL" clId="{55748AF5-C37D-430C-8A41-D1AED7EB88C0}" dt="2020-08-13T16:48:23.630" v="920"/>
          <ac:picMkLst>
            <pc:docMk/>
            <pc:sldMk cId="1614795344" sldId="557"/>
            <ac:picMk id="56" creationId="{D4C0A982-2905-4C05-9619-373FD0A748E6}"/>
          </ac:picMkLst>
        </pc:picChg>
        <pc:picChg chg="add del mod">
          <ac:chgData name="Amir" userId="065951d4-4781-441f-ab30-2019f0b03826" providerId="ADAL" clId="{55748AF5-C37D-430C-8A41-D1AED7EB88C0}" dt="2020-08-13T16:52:06.079" v="947"/>
          <ac:picMkLst>
            <pc:docMk/>
            <pc:sldMk cId="1614795344" sldId="557"/>
            <ac:picMk id="65" creationId="{E2D9FC37-6F52-4B07-9566-F59E9F55C742}"/>
          </ac:picMkLst>
        </pc:picChg>
        <pc:cxnChg chg="add del mod">
          <ac:chgData name="Amir" userId="065951d4-4781-441f-ab30-2019f0b03826" providerId="ADAL" clId="{55748AF5-C37D-430C-8A41-D1AED7EB88C0}" dt="2020-08-13T16:48:16.348" v="918"/>
          <ac:cxnSpMkLst>
            <pc:docMk/>
            <pc:sldMk cId="1614795344" sldId="557"/>
            <ac:cxnSpMk id="33" creationId="{B1EF9BD9-2B4C-4ACE-B8A7-F95419DE5E8C}"/>
          </ac:cxnSpMkLst>
        </pc:cxnChg>
        <pc:cxnChg chg="add del mod">
          <ac:chgData name="Amir" userId="065951d4-4781-441f-ab30-2019f0b03826" providerId="ADAL" clId="{55748AF5-C37D-430C-8A41-D1AED7EB88C0}" dt="2020-08-13T16:48:16.348" v="918"/>
          <ac:cxnSpMkLst>
            <pc:docMk/>
            <pc:sldMk cId="1614795344" sldId="557"/>
            <ac:cxnSpMk id="35" creationId="{1D7F771A-AD61-4385-8576-1F4B4932A015}"/>
          </ac:cxnSpMkLst>
        </pc:cxnChg>
        <pc:cxnChg chg="add del mod">
          <ac:chgData name="Amir" userId="065951d4-4781-441f-ab30-2019f0b03826" providerId="ADAL" clId="{55748AF5-C37D-430C-8A41-D1AED7EB88C0}" dt="2020-08-13T16:48:16.348" v="918"/>
          <ac:cxnSpMkLst>
            <pc:docMk/>
            <pc:sldMk cId="1614795344" sldId="557"/>
            <ac:cxnSpMk id="39" creationId="{54C0FD28-673E-425A-B0D3-C557284EC1CC}"/>
          </ac:cxnSpMkLst>
        </pc:cxnChg>
        <pc:cxnChg chg="add del mod">
          <ac:chgData name="Amir" userId="065951d4-4781-441f-ab30-2019f0b03826" providerId="ADAL" clId="{55748AF5-C37D-430C-8A41-D1AED7EB88C0}" dt="2020-08-13T16:48:23.630" v="920"/>
          <ac:cxnSpMkLst>
            <pc:docMk/>
            <pc:sldMk cId="1614795344" sldId="557"/>
            <ac:cxnSpMk id="47" creationId="{A9B8DD05-99BA-44E8-94FE-255A4A292181}"/>
          </ac:cxnSpMkLst>
        </pc:cxnChg>
        <pc:cxnChg chg="add del mod">
          <ac:chgData name="Amir" userId="065951d4-4781-441f-ab30-2019f0b03826" providerId="ADAL" clId="{55748AF5-C37D-430C-8A41-D1AED7EB88C0}" dt="2020-08-13T16:48:23.630" v="920"/>
          <ac:cxnSpMkLst>
            <pc:docMk/>
            <pc:sldMk cId="1614795344" sldId="557"/>
            <ac:cxnSpMk id="49" creationId="{B6CF3BE1-E1BE-4BEE-83A2-05D22B7F8434}"/>
          </ac:cxnSpMkLst>
        </pc:cxnChg>
        <pc:cxnChg chg="add del mod">
          <ac:chgData name="Amir" userId="065951d4-4781-441f-ab30-2019f0b03826" providerId="ADAL" clId="{55748AF5-C37D-430C-8A41-D1AED7EB88C0}" dt="2020-08-13T16:48:23.630" v="920"/>
          <ac:cxnSpMkLst>
            <pc:docMk/>
            <pc:sldMk cId="1614795344" sldId="557"/>
            <ac:cxnSpMk id="52" creationId="{84A56051-B1DC-440E-A1F1-15719E05B4BE}"/>
          </ac:cxnSpMkLst>
        </pc:cxnChg>
        <pc:cxnChg chg="add del mod">
          <ac:chgData name="Amir" userId="065951d4-4781-441f-ab30-2019f0b03826" providerId="ADAL" clId="{55748AF5-C37D-430C-8A41-D1AED7EB88C0}" dt="2020-08-13T16:52:06.079" v="947"/>
          <ac:cxnSpMkLst>
            <pc:docMk/>
            <pc:sldMk cId="1614795344" sldId="557"/>
            <ac:cxnSpMk id="58" creationId="{20B42807-D52E-46F4-A7CF-0EE3A6F7F8B7}"/>
          </ac:cxnSpMkLst>
        </pc:cxnChg>
        <pc:cxnChg chg="add del mod">
          <ac:chgData name="Amir" userId="065951d4-4781-441f-ab30-2019f0b03826" providerId="ADAL" clId="{55748AF5-C37D-430C-8A41-D1AED7EB88C0}" dt="2020-08-13T16:52:06.079" v="947"/>
          <ac:cxnSpMkLst>
            <pc:docMk/>
            <pc:sldMk cId="1614795344" sldId="557"/>
            <ac:cxnSpMk id="60" creationId="{9DEAC8F8-F8CE-4E33-A7DE-8C40441B3201}"/>
          </ac:cxnSpMkLst>
        </pc:cxnChg>
        <pc:cxnChg chg="add del mod">
          <ac:chgData name="Amir" userId="065951d4-4781-441f-ab30-2019f0b03826" providerId="ADAL" clId="{55748AF5-C37D-430C-8A41-D1AED7EB88C0}" dt="2020-08-13T16:52:06.079" v="947"/>
          <ac:cxnSpMkLst>
            <pc:docMk/>
            <pc:sldMk cId="1614795344" sldId="557"/>
            <ac:cxnSpMk id="62" creationId="{63283E33-C6E9-47A4-95A2-B37C2BA93FA0}"/>
          </ac:cxnSpMkLst>
        </pc:cxnChg>
      </pc:sldChg>
      <pc:sldChg chg="addSp delSp modSp add mod">
        <pc:chgData name="Amir" userId="065951d4-4781-441f-ab30-2019f0b03826" providerId="ADAL" clId="{55748AF5-C37D-430C-8A41-D1AED7EB88C0}" dt="2020-08-14T22:28:33.824" v="3070" actId="20577"/>
        <pc:sldMkLst>
          <pc:docMk/>
          <pc:sldMk cId="3475145260" sldId="558"/>
        </pc:sldMkLst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8" creationId="{A7D1AD2E-182A-43CF-88F6-3A8E780F636F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9" creationId="{46B6F3C2-C563-4801-BA32-01420D024616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12" creationId="{D4F4BCC2-7228-4046-BB6B-3DEC377CDD93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23" creationId="{05E40356-A8C9-4021-8333-497B1EB84E93}"/>
          </ac:spMkLst>
        </pc:spChg>
        <pc:spChg chg="del">
          <ac:chgData name="Amir" userId="065951d4-4781-441f-ab30-2019f0b03826" providerId="ADAL" clId="{55748AF5-C37D-430C-8A41-D1AED7EB88C0}" dt="2020-08-14T02:34:43.186" v="987" actId="478"/>
          <ac:spMkLst>
            <pc:docMk/>
            <pc:sldMk cId="3475145260" sldId="558"/>
            <ac:spMk id="24" creationId="{C0F8CB2B-7920-4E38-B7F3-F3BA23DFCA42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26" creationId="{838E588C-58EE-44FB-9392-F6513CAE9E43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27" creationId="{2B36F3E0-E831-4797-BC39-492B8B470DC2}"/>
          </ac:spMkLst>
        </pc:spChg>
        <pc:spChg chg="add mod">
          <ac:chgData name="Amir" userId="065951d4-4781-441f-ab30-2019f0b03826" providerId="ADAL" clId="{55748AF5-C37D-430C-8A41-D1AED7EB88C0}" dt="2020-08-14T22:28:33.824" v="3070" actId="20577"/>
          <ac:spMkLst>
            <pc:docMk/>
            <pc:sldMk cId="3475145260" sldId="558"/>
            <ac:spMk id="30" creationId="{CF888A1C-B32B-4740-8E88-8E805F8AFBD9}"/>
          </ac:spMkLst>
        </pc:spChg>
        <pc:spChg chg="del">
          <ac:chgData name="Amir" userId="065951d4-4781-441f-ab30-2019f0b03826" providerId="ADAL" clId="{55748AF5-C37D-430C-8A41-D1AED7EB88C0}" dt="2020-08-14T02:38:07.480" v="1045" actId="478"/>
          <ac:spMkLst>
            <pc:docMk/>
            <pc:sldMk cId="3475145260" sldId="558"/>
            <ac:spMk id="31" creationId="{6CF8123B-B771-45D3-949C-891EB6FF511F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1" creationId="{F9B13D2E-BA54-4F95-9EA7-E90033FA6436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32" creationId="{E8C68719-CEF9-4009-93AB-492F9C8A5306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33" creationId="{BBB2A9FD-CC38-49C2-9269-75237B90953E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4" creationId="{030ABA18-AE9A-409F-9EF7-251B43DC7BC7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5" creationId="{29F81633-F46D-47F3-ABB4-86DF9FAFBFBE}"/>
          </ac:spMkLst>
        </pc:spChg>
        <pc:spChg chg="del">
          <ac:chgData name="Amir" userId="065951d4-4781-441f-ab30-2019f0b03826" providerId="ADAL" clId="{55748AF5-C37D-430C-8A41-D1AED7EB88C0}" dt="2020-08-14T02:37:26.018" v="1020" actId="478"/>
          <ac:spMkLst>
            <pc:docMk/>
            <pc:sldMk cId="3475145260" sldId="558"/>
            <ac:spMk id="35" creationId="{63A3B07B-E30E-404A-A5AF-E8CF730C14F7}"/>
          </ac:spMkLst>
        </pc:spChg>
        <pc:spChg chg="del mod">
          <ac:chgData name="Amir" userId="065951d4-4781-441f-ab30-2019f0b03826" providerId="ADAL" clId="{55748AF5-C37D-430C-8A41-D1AED7EB88C0}" dt="2020-08-14T02:37:22.041" v="1019" actId="478"/>
          <ac:spMkLst>
            <pc:docMk/>
            <pc:sldMk cId="3475145260" sldId="558"/>
            <ac:spMk id="37" creationId="{28E7BDDD-3523-42C8-ABA2-D966F0A5B00C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8" creationId="{46D9DFF8-D10B-41BC-B8E1-4BFD670CC4BF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9" creationId="{4BA17023-3C50-44AD-935E-4832BACF1C95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41" creationId="{018B8A70-C31F-46AD-BAFA-A01EE32B8AC2}"/>
          </ac:spMkLst>
        </pc:spChg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3" creationId="{A8D370C7-1344-430B-8CC1-AD16C95D2178}"/>
          </ac:spMkLst>
        </pc:spChg>
        <pc:spChg chg="del">
          <ac:chgData name="Amir" userId="065951d4-4781-441f-ab30-2019f0b03826" providerId="ADAL" clId="{55748AF5-C37D-430C-8A41-D1AED7EB88C0}" dt="2020-08-14T02:34:43.186" v="987" actId="478"/>
          <ac:spMkLst>
            <pc:docMk/>
            <pc:sldMk cId="3475145260" sldId="558"/>
            <ac:spMk id="44" creationId="{0D33B1C8-BA2A-4138-A154-959BBA378052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44" creationId="{6D477CFE-AF61-4111-BC8D-102ABBB4C15C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45" creationId="{244600EF-8210-43C4-A074-7F49A1F12221}"/>
          </ac:spMkLst>
        </pc:spChg>
        <pc:spChg chg="del">
          <ac:chgData name="Amir" userId="065951d4-4781-441f-ab30-2019f0b03826" providerId="ADAL" clId="{55748AF5-C37D-430C-8A41-D1AED7EB88C0}" dt="2020-08-14T02:34:43.186" v="987" actId="478"/>
          <ac:spMkLst>
            <pc:docMk/>
            <pc:sldMk cId="3475145260" sldId="558"/>
            <ac:spMk id="45" creationId="{CEA9C6A2-DB12-44B8-AB17-0DEFA312D5DE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6" creationId="{AC314D5D-0991-4921-AD5E-3148E9D8052E}"/>
          </ac:spMkLst>
        </pc:spChg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7" creationId="{93B7415D-16B4-4DD2-9D48-5BFE2AA37BA5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8" creationId="{32C901DB-2626-404A-9B70-779BE423AD03}"/>
          </ac:spMkLst>
        </pc:spChg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9" creationId="{193472D7-55F4-401E-8386-FF9371995BD6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50" creationId="{7169D132-CC2E-476A-9BA6-1B801F0E6B4A}"/>
          </ac:spMkLst>
        </pc:spChg>
        <pc:spChg chg="del">
          <ac:chgData name="Amir" userId="065951d4-4781-441f-ab30-2019f0b03826" providerId="ADAL" clId="{55748AF5-C37D-430C-8A41-D1AED7EB88C0}" dt="2020-08-14T02:38:10.603" v="1046" actId="478"/>
          <ac:spMkLst>
            <pc:docMk/>
            <pc:sldMk cId="3475145260" sldId="558"/>
            <ac:spMk id="53" creationId="{EA8B8E57-496E-4F1F-B305-EF68663B0416}"/>
          </ac:spMkLst>
        </pc:spChg>
        <pc:spChg chg="del">
          <ac:chgData name="Amir" userId="065951d4-4781-441f-ab30-2019f0b03826" providerId="ADAL" clId="{55748AF5-C37D-430C-8A41-D1AED7EB88C0}" dt="2020-08-14T02:34:43.186" v="987" actId="478"/>
          <ac:spMkLst>
            <pc:docMk/>
            <pc:sldMk cId="3475145260" sldId="558"/>
            <ac:spMk id="65" creationId="{25056BCF-66AC-4AC8-8AFE-6A705F5F9EFA}"/>
          </ac:spMkLst>
        </pc:spChg>
        <pc:spChg chg="del mod">
          <ac:chgData name="Amir" userId="065951d4-4781-441f-ab30-2019f0b03826" providerId="ADAL" clId="{55748AF5-C37D-430C-8A41-D1AED7EB88C0}" dt="2020-08-14T02:34:47.314" v="989" actId="478"/>
          <ac:spMkLst>
            <pc:docMk/>
            <pc:sldMk cId="3475145260" sldId="558"/>
            <ac:spMk id="66" creationId="{D48EBF2F-EDE4-4BBA-8DC0-16356A1E4A9C}"/>
          </ac:spMkLst>
        </pc:spChg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67" creationId="{F3E8C257-CD7B-4D4C-B6D1-59F9031C22D5}"/>
          </ac:spMkLst>
        </pc:spChg>
        <pc:spChg chg="del">
          <ac:chgData name="Amir" userId="065951d4-4781-441f-ab30-2019f0b03826" providerId="ADAL" clId="{55748AF5-C37D-430C-8A41-D1AED7EB88C0}" dt="2020-08-14T02:33:34.421" v="979" actId="478"/>
          <ac:spMkLst>
            <pc:docMk/>
            <pc:sldMk cId="3475145260" sldId="558"/>
            <ac:spMk id="68" creationId="{0CA4F67E-A721-4CE5-9098-9075AC78ADA3}"/>
          </ac:spMkLst>
        </pc:spChg>
        <pc:spChg chg="mod">
          <ac:chgData name="Amir" userId="065951d4-4781-441f-ab30-2019f0b03826" providerId="ADAL" clId="{55748AF5-C37D-430C-8A41-D1AED7EB88C0}" dt="2020-08-14T03:03:29.575" v="1539" actId="1036"/>
          <ac:spMkLst>
            <pc:docMk/>
            <pc:sldMk cId="3475145260" sldId="558"/>
            <ac:spMk id="87042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4T21:54:21.569" v="2450" actId="313"/>
          <ac:spMkLst>
            <pc:docMk/>
            <pc:sldMk cId="3475145260" sldId="558"/>
            <ac:spMk id="87044" creationId="{00000000-0000-0000-0000-000000000000}"/>
          </ac:spMkLst>
        </pc:spChg>
        <pc:picChg chg="del mod">
          <ac:chgData name="Amir" userId="065951d4-4781-441f-ab30-2019f0b03826" providerId="ADAL" clId="{55748AF5-C37D-430C-8A41-D1AED7EB88C0}" dt="2020-08-14T22:28:18.023" v="3047" actId="478"/>
          <ac:picMkLst>
            <pc:docMk/>
            <pc:sldMk cId="3475145260" sldId="558"/>
            <ac:picMk id="4" creationId="{068C1760-2C53-44B8-84B1-5A6AE1588B83}"/>
          </ac:picMkLst>
        </pc:picChg>
        <pc:picChg chg="del mod">
          <ac:chgData name="Amir" userId="065951d4-4781-441f-ab30-2019f0b03826" providerId="ADAL" clId="{55748AF5-C37D-430C-8A41-D1AED7EB88C0}" dt="2020-08-14T22:28:18.023" v="3047" actId="478"/>
          <ac:picMkLst>
            <pc:docMk/>
            <pc:sldMk cId="3475145260" sldId="558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28:25.352" v="3069" actId="1036"/>
          <ac:picMkLst>
            <pc:docMk/>
            <pc:sldMk cId="3475145260" sldId="558"/>
            <ac:picMk id="24" creationId="{C65D2FA3-5753-4B7E-A826-EF7BFDBF8721}"/>
          </ac:picMkLst>
        </pc:picChg>
        <pc:cxnChg chg="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3" creationId="{20518B38-C752-4868-9866-5962B1AD4463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25" creationId="{C873D120-DE34-4157-898A-8774D30C6A85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28" creationId="{5D204EFF-E301-42CA-84A1-1684BD9CE9A4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29" creationId="{5D221908-496E-46C2-841B-EEE33B5C7966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36" creationId="{3005C7FA-5239-4303-8D69-A1FA526408FC}"/>
          </ac:cxnSpMkLst>
        </pc:cxnChg>
        <pc:cxnChg chg="del mod">
          <ac:chgData name="Amir" userId="065951d4-4781-441f-ab30-2019f0b03826" providerId="ADAL" clId="{55748AF5-C37D-430C-8A41-D1AED7EB88C0}" dt="2020-08-14T02:37:27.642" v="1021" actId="478"/>
          <ac:cxnSpMkLst>
            <pc:docMk/>
            <pc:sldMk cId="3475145260" sldId="558"/>
            <ac:cxnSpMk id="36" creationId="{8AF6B0F1-40B8-4465-809F-BF0A4F045880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37" creationId="{ED160489-434A-4D3C-B769-AE469BC71C34}"/>
          </ac:cxnSpMkLst>
        </pc:cxnChg>
        <pc:cxnChg chg="add 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40" creationId="{CDA50C83-F55A-4223-B2E1-FD2C3E06655A}"/>
          </ac:cxnSpMkLst>
        </pc:cxnChg>
        <pc:cxnChg chg="del">
          <ac:chgData name="Amir" userId="065951d4-4781-441f-ab30-2019f0b03826" providerId="ADAL" clId="{55748AF5-C37D-430C-8A41-D1AED7EB88C0}" dt="2020-08-14T02:34:43.186" v="987" actId="478"/>
          <ac:cxnSpMkLst>
            <pc:docMk/>
            <pc:sldMk cId="3475145260" sldId="558"/>
            <ac:cxnSpMk id="41" creationId="{240C081E-786A-48F4-8E7C-B60F7BE1661E}"/>
          </ac:cxnSpMkLst>
        </pc:cxnChg>
        <pc:cxnChg chg="add 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42" creationId="{7B9D95FE-7CF0-4835-AFD3-78D63160F173}"/>
          </ac:cxnSpMkLst>
        </pc:cxnChg>
        <pc:cxnChg chg="del">
          <ac:chgData name="Amir" userId="065951d4-4781-441f-ab30-2019f0b03826" providerId="ADAL" clId="{55748AF5-C37D-430C-8A41-D1AED7EB88C0}" dt="2020-08-14T02:34:43.186" v="987" actId="478"/>
          <ac:cxnSpMkLst>
            <pc:docMk/>
            <pc:sldMk cId="3475145260" sldId="558"/>
            <ac:cxnSpMk id="61" creationId="{496A5741-424D-4AA7-9F19-B53ED384F9C7}"/>
          </ac:cxnSpMkLst>
        </pc:cxnChg>
        <pc:cxnChg chg="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62" creationId="{6A512C49-B37A-45FE-8E61-5B1D4D205C65}"/>
          </ac:cxnSpMkLst>
        </pc:cxnChg>
        <pc:cxnChg chg="del">
          <ac:chgData name="Amir" userId="065951d4-4781-441f-ab30-2019f0b03826" providerId="ADAL" clId="{55748AF5-C37D-430C-8A41-D1AED7EB88C0}" dt="2020-08-14T02:34:43.186" v="987" actId="478"/>
          <ac:cxnSpMkLst>
            <pc:docMk/>
            <pc:sldMk cId="3475145260" sldId="558"/>
            <ac:cxnSpMk id="63" creationId="{159A728B-2D26-4E66-940D-A406B6046773}"/>
          </ac:cxnSpMkLst>
        </pc:cxnChg>
        <pc:cxnChg chg="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64" creationId="{C1187C5F-4D48-4109-BA79-104BB183DD20}"/>
          </ac:cxnSpMkLst>
        </pc:cxnChg>
        <pc:cxnChg chg="del">
          <ac:chgData name="Amir" userId="065951d4-4781-441f-ab30-2019f0b03826" providerId="ADAL" clId="{55748AF5-C37D-430C-8A41-D1AED7EB88C0}" dt="2020-08-14T02:33:38.084" v="980" actId="478"/>
          <ac:cxnSpMkLst>
            <pc:docMk/>
            <pc:sldMk cId="3475145260" sldId="558"/>
            <ac:cxnSpMk id="69" creationId="{83477873-CA0D-452D-878E-26F17ABE29E7}"/>
          </ac:cxnSpMkLst>
        </pc:cxnChg>
      </pc:sldChg>
      <pc:sldChg chg="addSp delSp modSp add mod">
        <pc:chgData name="Amir" userId="065951d4-4781-441f-ab30-2019f0b03826" providerId="ADAL" clId="{55748AF5-C37D-430C-8A41-D1AED7EB88C0}" dt="2020-08-14T22:30:01.832" v="3186" actId="962"/>
        <pc:sldMkLst>
          <pc:docMk/>
          <pc:sldMk cId="72891256" sldId="559"/>
        </pc:sldMkLst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8" creationId="{A7D1AD2E-182A-43CF-88F6-3A8E780F636F}"/>
          </ac:spMkLst>
        </pc:spChg>
        <pc:spChg chg="del mod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9" creationId="{46B6F3C2-C563-4801-BA32-01420D024616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12" creationId="{D4F4BCC2-7228-4046-BB6B-3DEC377CDD93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25" creationId="{82939D94-AABE-4720-A596-592365056A4D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28" creationId="{2B0CBD63-20F2-4BFB-9080-BEBBA3B31286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29" creationId="{35063F08-50F6-4CF1-9407-06F9A64C9E2D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32" creationId="{E8C68719-CEF9-4009-93AB-492F9C8A5306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33" creationId="{BBB2A9FD-CC38-49C2-9269-75237B90953E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34" creationId="{E5064217-0253-4D80-9633-E59190C462DB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35" creationId="{766A0FD4-46C2-4A97-B8AB-D05ECC7F880E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36" creationId="{A25D58DB-28D3-46A1-BCBA-4A8108CE481F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37" creationId="{9C3E96D0-8341-4613-9303-A9FCFAEDA65E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41" creationId="{1E95EFB9-5410-46C7-992A-F3AFB65981DC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3" creationId="{A8D370C7-1344-430B-8CC1-AD16C95D2178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44" creationId="{77727466-A471-4E46-8A99-800329F5BA06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45" creationId="{F9347E0F-FD13-4BFC-85FF-64990ED25C2F}"/>
          </ac:spMkLst>
        </pc:spChg>
        <pc:spChg chg="del mod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6" creationId="{AC314D5D-0991-4921-AD5E-3148E9D8052E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7" creationId="{93B7415D-16B4-4DD2-9D48-5BFE2AA37BA5}"/>
          </ac:spMkLst>
        </pc:spChg>
        <pc:spChg chg="del mod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8" creationId="{32C901DB-2626-404A-9B70-779BE423AD03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9" creationId="{193472D7-55F4-401E-8386-FF9371995BD6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50" creationId="{9A0A85CF-5915-446F-A2C7-0418C87D7E8F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51" creationId="{5EC9FB1E-8F1E-468E-BCBA-34FD959E9578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52" creationId="{312CCE14-798C-48E1-862B-F2A825405153}"/>
          </ac:spMkLst>
        </pc:spChg>
        <pc:spChg chg="del mod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67" creationId="{F3E8C257-CD7B-4D4C-B6D1-59F9031C22D5}"/>
          </ac:spMkLst>
        </pc:spChg>
        <pc:spChg chg="mod">
          <ac:chgData name="Amir" userId="065951d4-4781-441f-ab30-2019f0b03826" providerId="ADAL" clId="{55748AF5-C37D-430C-8A41-D1AED7EB88C0}" dt="2020-08-14T03:13:35.219" v="1924" actId="207"/>
          <ac:spMkLst>
            <pc:docMk/>
            <pc:sldMk cId="72891256" sldId="559"/>
            <ac:spMk id="87043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4T21:55:28.665" v="2475" actId="313"/>
          <ac:spMkLst>
            <pc:docMk/>
            <pc:sldMk cId="72891256" sldId="559"/>
            <ac:spMk id="87044" creationId="{00000000-0000-0000-0000-000000000000}"/>
          </ac:spMkLst>
        </pc:spChg>
        <pc:picChg chg="del">
          <ac:chgData name="Amir" userId="065951d4-4781-441f-ab30-2019f0b03826" providerId="ADAL" clId="{55748AF5-C37D-430C-8A41-D1AED7EB88C0}" dt="2020-08-14T22:29:31.621" v="3092" actId="478"/>
          <ac:picMkLst>
            <pc:docMk/>
            <pc:sldMk cId="72891256" sldId="559"/>
            <ac:picMk id="4" creationId="{068C1760-2C53-44B8-84B1-5A6AE1588B83}"/>
          </ac:picMkLst>
        </pc:picChg>
        <pc:picChg chg="add del">
          <ac:chgData name="Amir" userId="065951d4-4781-441f-ab30-2019f0b03826" providerId="ADAL" clId="{55748AF5-C37D-430C-8A41-D1AED7EB88C0}" dt="2020-08-14T22:19:44.773" v="2942" actId="478"/>
          <ac:picMkLst>
            <pc:docMk/>
            <pc:sldMk cId="72891256" sldId="559"/>
            <ac:picMk id="5" creationId="{56A4823F-2C13-4264-975E-94E089248B2C}"/>
          </ac:picMkLst>
        </pc:picChg>
        <pc:picChg chg="del">
          <ac:chgData name="Amir" userId="065951d4-4781-441f-ab30-2019f0b03826" providerId="ADAL" clId="{55748AF5-C37D-430C-8A41-D1AED7EB88C0}" dt="2020-08-14T22:29:31.621" v="3092" actId="478"/>
          <ac:picMkLst>
            <pc:docMk/>
            <pc:sldMk cId="72891256" sldId="559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30:01.832" v="3186" actId="962"/>
          <ac:picMkLst>
            <pc:docMk/>
            <pc:sldMk cId="72891256" sldId="559"/>
            <ac:picMk id="26" creationId="{A15ED04F-E793-434F-882F-48488BBA79C4}"/>
          </ac:picMkLst>
        </pc:pic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3" creationId="{20518B38-C752-4868-9866-5962B1AD4463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27" creationId="{F12CC23D-F829-420E-8A55-3E5763A673A1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30" creationId="{CEC1E3F7-C890-4F01-81F3-7A7B8A16EB52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31" creationId="{3FD254F4-DC44-45AC-AFFD-FB7C92B514CF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38" creationId="{13598D89-7C44-4780-A3E8-D4D3EDF8B2CC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39" creationId="{B8C02517-037E-433E-BF51-A0208DD7D1FE}"/>
          </ac:cxnSpMkLst>
        </pc:cxn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40" creationId="{CDA50C83-F55A-4223-B2E1-FD2C3E06655A}"/>
          </ac:cxnSpMkLst>
        </pc:cxn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42" creationId="{7B9D95FE-7CF0-4835-AFD3-78D63160F173}"/>
          </ac:cxnSpMkLst>
        </pc:cxn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62" creationId="{6A512C49-B37A-45FE-8E61-5B1D4D205C65}"/>
          </ac:cxnSpMkLst>
        </pc:cxn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64" creationId="{C1187C5F-4D48-4109-BA79-104BB183DD20}"/>
          </ac:cxnSpMkLst>
        </pc:cxnChg>
      </pc:sldChg>
      <pc:sldChg chg="addSp delSp modSp add mod modAnim">
        <pc:chgData name="Amir" userId="065951d4-4781-441f-ab30-2019f0b03826" providerId="ADAL" clId="{55748AF5-C37D-430C-8A41-D1AED7EB88C0}" dt="2020-08-14T22:28:57.347" v="3091" actId="20577"/>
        <pc:sldMkLst>
          <pc:docMk/>
          <pc:sldMk cId="451796925" sldId="560"/>
        </pc:sldMkLst>
        <pc:spChg chg="add 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2" creationId="{A3047D7F-711D-40AF-9714-B1A769685B00}"/>
          </ac:spMkLst>
        </pc:spChg>
        <pc:spChg chg="add 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5" creationId="{EC526E28-EB4A-441B-9787-EA7A2F65D2DD}"/>
          </ac:spMkLst>
        </pc:spChg>
        <pc:spChg chg="add del mod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6" creationId="{10E0DDCA-0189-4DC2-AC0C-4A2900273C56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8" creationId="{A7D1AD2E-182A-43CF-88F6-3A8E780F636F}"/>
          </ac:spMkLst>
        </pc:spChg>
        <pc:spChg chg="del mod">
          <ac:chgData name="Amir" userId="065951d4-4781-441f-ab30-2019f0b03826" providerId="ADAL" clId="{55748AF5-C37D-430C-8A41-D1AED7EB88C0}" dt="2020-08-14T03:16:54.528" v="2009" actId="478"/>
          <ac:spMkLst>
            <pc:docMk/>
            <pc:sldMk cId="451796925" sldId="560"/>
            <ac:spMk id="9" creationId="{46B6F3C2-C563-4801-BA32-01420D024616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12" creationId="{D4F4BCC2-7228-4046-BB6B-3DEC377CDD93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23" creationId="{230A75A5-2109-477E-B3AC-E680A2B45EB5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26" creationId="{AE0D6CF4-C897-4AE7-87AE-FA077B6BE24E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27" creationId="{BF8D4852-F8ED-4A50-B970-8C30361CF20E}"/>
          </ac:spMkLst>
        </pc:spChg>
        <pc:spChg chg="add mod">
          <ac:chgData name="Amir" userId="065951d4-4781-441f-ab30-2019f0b03826" providerId="ADAL" clId="{55748AF5-C37D-430C-8A41-D1AED7EB88C0}" dt="2020-08-14T22:28:57.347" v="3091" actId="20577"/>
          <ac:spMkLst>
            <pc:docMk/>
            <pc:sldMk cId="451796925" sldId="560"/>
            <ac:spMk id="30" creationId="{C64F5E57-0A25-4381-A3B3-63EC21BF5D7A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1" creationId="{7E27E3AE-84BD-4E85-ACB9-A976F4AD4986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32" creationId="{E8C68719-CEF9-4009-93AB-492F9C8A5306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33" creationId="{BBB2A9FD-CC38-49C2-9269-75237B90953E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4" creationId="{97658781-23D5-4BA1-B75E-EDB33F25349B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5" creationId="{F6D18842-4B29-482A-9260-D24DEA333D79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8" creationId="{B3443E90-DD33-4223-ABAE-6175F03950DC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9" creationId="{FBC30FE0-7B56-47A1-BE71-69B4337D5757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41" creationId="{8C01DD2C-6E49-4566-A1D9-96C2FC586CFF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43" creationId="{A8D370C7-1344-430B-8CC1-AD16C95D2178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44" creationId="{FD507DCD-DBC8-49E5-885E-AACA138EE7AB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45" creationId="{CD87B73C-EBBE-458A-8ADF-AF8F227B7A44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46" creationId="{5D41DE26-9EA5-4B51-A028-929928F2A6ED}"/>
          </ac:spMkLst>
        </pc:spChg>
        <pc:spChg chg="del mod">
          <ac:chgData name="Amir" userId="065951d4-4781-441f-ab30-2019f0b03826" providerId="ADAL" clId="{55748AF5-C37D-430C-8A41-D1AED7EB88C0}" dt="2020-08-14T03:16:54.528" v="2009" actId="478"/>
          <ac:spMkLst>
            <pc:docMk/>
            <pc:sldMk cId="451796925" sldId="560"/>
            <ac:spMk id="46" creationId="{AC314D5D-0991-4921-AD5E-3148E9D8052E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47" creationId="{93B7415D-16B4-4DD2-9D48-5BFE2AA37BA5}"/>
          </ac:spMkLst>
        </pc:spChg>
        <pc:spChg chg="del mod">
          <ac:chgData name="Amir" userId="065951d4-4781-441f-ab30-2019f0b03826" providerId="ADAL" clId="{55748AF5-C37D-430C-8A41-D1AED7EB88C0}" dt="2020-08-14T03:16:54.528" v="2009" actId="478"/>
          <ac:spMkLst>
            <pc:docMk/>
            <pc:sldMk cId="451796925" sldId="560"/>
            <ac:spMk id="48" creationId="{32C901DB-2626-404A-9B70-779BE423AD03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49" creationId="{193472D7-55F4-401E-8386-FF9371995BD6}"/>
          </ac:spMkLst>
        </pc:spChg>
        <pc:spChg chg="del mod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67" creationId="{F3E8C257-CD7B-4D4C-B6D1-59F9031C22D5}"/>
          </ac:spMkLst>
        </pc:spChg>
        <pc:spChg chg="mod">
          <ac:chgData name="Amir" userId="065951d4-4781-441f-ab30-2019f0b03826" providerId="ADAL" clId="{55748AF5-C37D-430C-8A41-D1AED7EB88C0}" dt="2020-08-14T03:05:11.950" v="1558" actId="1076"/>
          <ac:spMkLst>
            <pc:docMk/>
            <pc:sldMk cId="451796925" sldId="560"/>
            <ac:spMk id="87043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4T21:54:52.823" v="2457" actId="20577"/>
          <ac:spMkLst>
            <pc:docMk/>
            <pc:sldMk cId="451796925" sldId="560"/>
            <ac:spMk id="87044" creationId="{00000000-0000-0000-0000-000000000000}"/>
          </ac:spMkLst>
        </pc:spChg>
        <pc:picChg chg="del">
          <ac:chgData name="Amir" userId="065951d4-4781-441f-ab30-2019f0b03826" providerId="ADAL" clId="{55748AF5-C37D-430C-8A41-D1AED7EB88C0}" dt="2020-08-14T22:28:44.476" v="3071" actId="478"/>
          <ac:picMkLst>
            <pc:docMk/>
            <pc:sldMk cId="451796925" sldId="560"/>
            <ac:picMk id="4" creationId="{068C1760-2C53-44B8-84B1-5A6AE1588B83}"/>
          </ac:picMkLst>
        </pc:picChg>
        <pc:picChg chg="del">
          <ac:chgData name="Amir" userId="065951d4-4781-441f-ab30-2019f0b03826" providerId="ADAL" clId="{55748AF5-C37D-430C-8A41-D1AED7EB88C0}" dt="2020-08-14T22:28:44.476" v="3071" actId="478"/>
          <ac:picMkLst>
            <pc:docMk/>
            <pc:sldMk cId="451796925" sldId="560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28:52.502" v="3090" actId="1036"/>
          <ac:picMkLst>
            <pc:docMk/>
            <pc:sldMk cId="451796925" sldId="560"/>
            <ac:picMk id="24" creationId="{8C6A059F-7B99-4290-989B-F247CCA249DD}"/>
          </ac:picMkLst>
        </pc:pic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3" creationId="{20518B38-C752-4868-9866-5962B1AD4463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25" creationId="{9BE4E5D5-33B3-4831-8312-E08610BB9A17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28" creationId="{4F3865ED-5D26-49B2-95F9-DE4B0272A000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29" creationId="{ADF7967A-DF54-490C-9115-A9EFADF48D25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36" creationId="{274F2CFC-D3B2-4A16-8BF6-27A9E3489E76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37" creationId="{A1C13804-BE41-414C-8BAA-2E9269AF2DF9}"/>
          </ac:cxnSpMkLst>
        </pc:cxn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40" creationId="{CDA50C83-F55A-4223-B2E1-FD2C3E06655A}"/>
          </ac:cxnSpMkLst>
        </pc:cxn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42" creationId="{7B9D95FE-7CF0-4835-AFD3-78D63160F173}"/>
          </ac:cxnSpMkLst>
        </pc:cxn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62" creationId="{6A512C49-B37A-45FE-8E61-5B1D4D205C65}"/>
          </ac:cxnSpMkLst>
        </pc:cxn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64" creationId="{C1187C5F-4D48-4109-BA79-104BB183DD20}"/>
          </ac:cxnSpMkLst>
        </pc:cxnChg>
      </pc:sldChg>
      <pc:sldChg chg="addSp delSp modSp add mod delAnim modAnim">
        <pc:chgData name="Amir" userId="065951d4-4781-441f-ab30-2019f0b03826" providerId="ADAL" clId="{55748AF5-C37D-430C-8A41-D1AED7EB88C0}" dt="2020-08-16T19:44:45.434" v="4274" actId="1037"/>
        <pc:sldMkLst>
          <pc:docMk/>
          <pc:sldMk cId="3755214838" sldId="561"/>
        </pc:sldMkLst>
        <pc:spChg chg="add 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2" creationId="{105D997E-CB77-4097-89B6-53D695B04A34}"/>
          </ac:spMkLst>
        </pc:spChg>
        <pc:spChg chg="add mod">
          <ac:chgData name="Amir" userId="065951d4-4781-441f-ab30-2019f0b03826" providerId="ADAL" clId="{55748AF5-C37D-430C-8A41-D1AED7EB88C0}" dt="2020-08-16T19:44:08.633" v="4256" actId="1038"/>
          <ac:spMkLst>
            <pc:docMk/>
            <pc:sldMk cId="3755214838" sldId="561"/>
            <ac:spMk id="6" creationId="{61BB8011-5B24-4591-9477-630E9703A36A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8" creationId="{A7D1AD2E-182A-43CF-88F6-3A8E780F636F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9" creationId="{46B6F3C2-C563-4801-BA32-01420D024616}"/>
          </ac:spMkLst>
        </pc:spChg>
        <pc:spChg chg="add del mod">
          <ac:chgData name="Amir" userId="065951d4-4781-441f-ab30-2019f0b03826" providerId="ADAL" clId="{55748AF5-C37D-430C-8A41-D1AED7EB88C0}" dt="2020-08-16T19:43:51.216" v="4214" actId="478"/>
          <ac:spMkLst>
            <pc:docMk/>
            <pc:sldMk cId="3755214838" sldId="561"/>
            <ac:spMk id="10" creationId="{E2B53E0E-AC52-4C14-9227-3DAFA1A0C415}"/>
          </ac:spMkLst>
        </pc:spChg>
        <pc:spChg chg="add mod">
          <ac:chgData name="Amir" userId="065951d4-4781-441f-ab30-2019f0b03826" providerId="ADAL" clId="{55748AF5-C37D-430C-8A41-D1AED7EB88C0}" dt="2020-08-16T19:44:45.434" v="4274" actId="1037"/>
          <ac:spMkLst>
            <pc:docMk/>
            <pc:sldMk cId="3755214838" sldId="561"/>
            <ac:spMk id="11" creationId="{4D62D73E-CA5E-4D15-A895-B3E471BC706C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12" creationId="{D4F4BCC2-7228-4046-BB6B-3DEC377CDD93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32" creationId="{E8C68719-CEF9-4009-93AB-492F9C8A5306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33" creationId="{BBB2A9FD-CC38-49C2-9269-75237B90953E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3" creationId="{A8D370C7-1344-430B-8CC1-AD16C95D2178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6" creationId="{AC314D5D-0991-4921-AD5E-3148E9D8052E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7" creationId="{93B7415D-16B4-4DD2-9D48-5BFE2AA37BA5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8" creationId="{32C901DB-2626-404A-9B70-779BE423AD03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9" creationId="{193472D7-55F4-401E-8386-FF9371995BD6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67" creationId="{F3E8C257-CD7B-4D4C-B6D1-59F9031C22D5}"/>
          </ac:spMkLst>
        </pc:spChg>
        <pc:spChg chg="mod">
          <ac:chgData name="Amir" userId="065951d4-4781-441f-ab30-2019f0b03826" providerId="ADAL" clId="{55748AF5-C37D-430C-8A41-D1AED7EB88C0}" dt="2020-08-14T22:20:10.758" v="2967" actId="1076"/>
          <ac:spMkLst>
            <pc:docMk/>
            <pc:sldMk cId="3755214838" sldId="561"/>
            <ac:spMk id="87044" creationId="{00000000-0000-0000-0000-000000000000}"/>
          </ac:spMkLst>
        </pc:spChg>
        <pc:picChg chg="mod">
          <ac:chgData name="Amir" userId="065951d4-4781-441f-ab30-2019f0b03826" providerId="ADAL" clId="{55748AF5-C37D-430C-8A41-D1AED7EB88C0}" dt="2020-08-14T22:28:01.969" v="3046" actId="1036"/>
          <ac:picMkLst>
            <pc:docMk/>
            <pc:sldMk cId="3755214838" sldId="561"/>
            <ac:picMk id="4" creationId="{068C1760-2C53-44B8-84B1-5A6AE1588B83}"/>
          </ac:picMkLst>
        </pc:picChg>
        <pc:picChg chg="del mod">
          <ac:chgData name="Amir" userId="065951d4-4781-441f-ab30-2019f0b03826" providerId="ADAL" clId="{55748AF5-C37D-430C-8A41-D1AED7EB88C0}" dt="2020-08-16T19:42:27.385" v="4208" actId="478"/>
          <ac:picMkLst>
            <pc:docMk/>
            <pc:sldMk cId="3755214838" sldId="561"/>
            <ac:picMk id="5" creationId="{56A4823F-2C13-4264-975E-94E089248B2C}"/>
          </ac:picMkLst>
        </pc:picChg>
        <pc:picChg chg="add del mod ord modCrop">
          <ac:chgData name="Amir" userId="065951d4-4781-441f-ab30-2019f0b03826" providerId="ADAL" clId="{55748AF5-C37D-430C-8A41-D1AED7EB88C0}" dt="2020-08-16T19:43:54.385" v="4216" actId="478"/>
          <ac:picMkLst>
            <pc:docMk/>
            <pc:sldMk cId="3755214838" sldId="561"/>
            <ac:picMk id="7" creationId="{A1A021BD-23E2-46B2-B115-D8F39A8BD7FA}"/>
          </ac:picMkLst>
        </pc:picChg>
        <pc:picChg chg="add mod ord">
          <ac:chgData name="Amir" userId="065951d4-4781-441f-ab30-2019f0b03826" providerId="ADAL" clId="{55748AF5-C37D-430C-8A41-D1AED7EB88C0}" dt="2020-08-16T19:44:45.434" v="4274" actId="1037"/>
          <ac:picMkLst>
            <pc:docMk/>
            <pc:sldMk cId="3755214838" sldId="561"/>
            <ac:picMk id="14" creationId="{CA8A7E0C-D603-4E4A-9320-08CF7C2E0E52}"/>
          </ac:picMkLst>
        </pc:picChg>
        <pc:picChg chg="del">
          <ac:chgData name="Amir" userId="065951d4-4781-441f-ab30-2019f0b03826" providerId="ADAL" clId="{55748AF5-C37D-430C-8A41-D1AED7EB88C0}" dt="2020-08-14T22:21:53.161" v="2981" actId="478"/>
          <ac:picMkLst>
            <pc:docMk/>
            <pc:sldMk cId="3755214838" sldId="561"/>
            <ac:picMk id="17" creationId="{6E90C856-9E3C-4F26-A3EF-28742AC84716}"/>
          </ac:picMkLst>
        </pc:pic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3" creationId="{20518B38-C752-4868-9866-5962B1AD4463}"/>
          </ac:cxnSpMkLst>
        </pc:cxn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40" creationId="{CDA50C83-F55A-4223-B2E1-FD2C3E06655A}"/>
          </ac:cxnSpMkLst>
        </pc:cxn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42" creationId="{7B9D95FE-7CF0-4835-AFD3-78D63160F173}"/>
          </ac:cxnSpMkLst>
        </pc:cxn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62" creationId="{6A512C49-B37A-45FE-8E61-5B1D4D205C65}"/>
          </ac:cxnSpMkLst>
        </pc:cxn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64" creationId="{C1187C5F-4D48-4109-BA79-104BB183DD20}"/>
          </ac:cxnSpMkLst>
        </pc:cxnChg>
      </pc:sldChg>
      <pc:sldChg chg="modSp add del mod">
        <pc:chgData name="Amir" userId="065951d4-4781-441f-ab30-2019f0b03826" providerId="ADAL" clId="{55748AF5-C37D-430C-8A41-D1AED7EB88C0}" dt="2020-08-16T22:36:02.317" v="4292" actId="2696"/>
        <pc:sldMkLst>
          <pc:docMk/>
          <pc:sldMk cId="1117217780" sldId="562"/>
        </pc:sldMkLst>
        <pc:spChg chg="mod">
          <ac:chgData name="Amir" userId="065951d4-4781-441f-ab30-2019f0b03826" providerId="ADAL" clId="{55748AF5-C37D-430C-8A41-D1AED7EB88C0}" dt="2020-08-15T15:41:33.761" v="3729" actId="20577"/>
          <ac:spMkLst>
            <pc:docMk/>
            <pc:sldMk cId="1117217780" sldId="562"/>
            <ac:spMk id="87043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5T15:51:39.967" v="4195" actId="6549"/>
          <ac:spMkLst>
            <pc:docMk/>
            <pc:sldMk cId="1117217780" sldId="562"/>
            <ac:spMk id="87044" creationId="{00000000-0000-0000-0000-000000000000}"/>
          </ac:spMkLst>
        </pc:spChg>
      </pc:sldChg>
      <pc:sldChg chg="add del">
        <pc:chgData name="Amir" userId="065951d4-4781-441f-ab30-2019f0b03826" providerId="ADAL" clId="{55748AF5-C37D-430C-8A41-D1AED7EB88C0}" dt="2020-08-16T22:36:27.257" v="4294" actId="2696"/>
        <pc:sldMkLst>
          <pc:docMk/>
          <pc:sldMk cId="2548872475" sldId="562"/>
        </pc:sldMkLst>
      </pc:sldChg>
      <pc:sldChg chg="modSp add mod">
        <pc:chgData name="Amir" userId="065951d4-4781-441f-ab30-2019f0b03826" providerId="ADAL" clId="{55748AF5-C37D-430C-8A41-D1AED7EB88C0}" dt="2020-08-17T14:36:30.749" v="4366" actId="20577"/>
        <pc:sldMkLst>
          <pc:docMk/>
          <pc:sldMk cId="4141138918" sldId="562"/>
        </pc:sldMkLst>
        <pc:spChg chg="mod">
          <ac:chgData name="Amir" userId="065951d4-4781-441f-ab30-2019f0b03826" providerId="ADAL" clId="{55748AF5-C37D-430C-8A41-D1AED7EB88C0}" dt="2020-08-17T14:32:24.706" v="4334" actId="14100"/>
          <ac:spMkLst>
            <pc:docMk/>
            <pc:sldMk cId="4141138918" sldId="562"/>
            <ac:spMk id="5" creationId="{1F8DC5D7-50FC-4B1F-8F5D-8D86745A475B}"/>
          </ac:spMkLst>
        </pc:spChg>
        <pc:spChg chg="mod">
          <ac:chgData name="Amir" userId="065951d4-4781-441f-ab30-2019f0b03826" providerId="ADAL" clId="{55748AF5-C37D-430C-8A41-D1AED7EB88C0}" dt="2020-08-17T14:29:46.426" v="4305" actId="6549"/>
          <ac:spMkLst>
            <pc:docMk/>
            <pc:sldMk cId="4141138918" sldId="562"/>
            <ac:spMk id="17" creationId="{7466C30D-84B4-4F2C-AE43-705EFDC0FAB1}"/>
          </ac:spMkLst>
        </pc:spChg>
        <pc:spChg chg="mod">
          <ac:chgData name="Amir" userId="065951d4-4781-441f-ab30-2019f0b03826" providerId="ADAL" clId="{55748AF5-C37D-430C-8A41-D1AED7EB88C0}" dt="2020-08-17T14:34:26.664" v="4359" actId="14100"/>
          <ac:spMkLst>
            <pc:docMk/>
            <pc:sldMk cId="4141138918" sldId="562"/>
            <ac:spMk id="27" creationId="{E622D5F4-E974-4444-99DC-15DEDA0B5E02}"/>
          </ac:spMkLst>
        </pc:spChg>
        <pc:spChg chg="mod">
          <ac:chgData name="Amir" userId="065951d4-4781-441f-ab30-2019f0b03826" providerId="ADAL" clId="{55748AF5-C37D-430C-8A41-D1AED7EB88C0}" dt="2020-08-17T14:36:30.749" v="4366" actId="20577"/>
          <ac:spMkLst>
            <pc:docMk/>
            <pc:sldMk cId="4141138918" sldId="562"/>
            <ac:spMk id="31" creationId="{6CF8123B-B771-45D3-949C-891EB6FF511F}"/>
          </ac:spMkLst>
        </pc:spChg>
        <pc:spChg chg="mod">
          <ac:chgData name="Amir" userId="065951d4-4781-441f-ab30-2019f0b03826" providerId="ADAL" clId="{55748AF5-C37D-430C-8A41-D1AED7EB88C0}" dt="2020-08-17T14:34:04.045" v="4352" actId="20577"/>
          <ac:spMkLst>
            <pc:docMk/>
            <pc:sldMk cId="4141138918" sldId="562"/>
            <ac:spMk id="32" creationId="{FB44AE00-D61D-4EDE-805C-FBC8011F3B8B}"/>
          </ac:spMkLst>
        </pc:spChg>
        <pc:spChg chg="mod">
          <ac:chgData name="Amir" userId="065951d4-4781-441f-ab30-2019f0b03826" providerId="ADAL" clId="{55748AF5-C37D-430C-8A41-D1AED7EB88C0}" dt="2020-08-17T14:36:22.858" v="4365"/>
          <ac:spMkLst>
            <pc:docMk/>
            <pc:sldMk cId="4141138918" sldId="562"/>
            <ac:spMk id="43" creationId="{F08DD12F-12D7-4C15-BCEF-B0323FA041DB}"/>
          </ac:spMkLst>
        </pc:spChg>
        <pc:spChg chg="mod">
          <ac:chgData name="Amir" userId="065951d4-4781-441f-ab30-2019f0b03826" providerId="ADAL" clId="{55748AF5-C37D-430C-8A41-D1AED7EB88C0}" dt="2020-08-17T14:34:56.490" v="4364" actId="14100"/>
          <ac:spMkLst>
            <pc:docMk/>
            <pc:sldMk cId="4141138918" sldId="562"/>
            <ac:spMk id="53" creationId="{43D95987-EBD6-4D12-92B1-61DF19D34B11}"/>
          </ac:spMkLst>
        </pc:spChg>
        <pc:spChg chg="mod">
          <ac:chgData name="Amir" userId="065951d4-4781-441f-ab30-2019f0b03826" providerId="ADAL" clId="{55748AF5-C37D-430C-8A41-D1AED7EB88C0}" dt="2020-08-17T14:34:38.564" v="4361" actId="20577"/>
          <ac:spMkLst>
            <pc:docMk/>
            <pc:sldMk cId="4141138918" sldId="562"/>
            <ac:spMk id="87044" creationId="{00000000-0000-0000-0000-000000000000}"/>
          </ac:spMkLst>
        </pc:spChg>
        <pc:cxnChg chg="mod">
          <ac:chgData name="Amir" userId="065951d4-4781-441f-ab30-2019f0b03826" providerId="ADAL" clId="{55748AF5-C37D-430C-8A41-D1AED7EB88C0}" dt="2020-08-17T14:31:12.157" v="4315" actId="1038"/>
          <ac:cxnSpMkLst>
            <pc:docMk/>
            <pc:sldMk cId="4141138918" sldId="562"/>
            <ac:cxnSpMk id="3" creationId="{20518B38-C752-4868-9866-5962B1AD4463}"/>
          </ac:cxnSpMkLst>
        </pc:cxnChg>
      </pc:sldChg>
      <pc:sldChg chg="modSp add mod ord">
        <pc:chgData name="Amir" userId="065951d4-4781-441f-ab30-2019f0b03826" providerId="ADAL" clId="{55748AF5-C37D-430C-8A41-D1AED7EB88C0}" dt="2020-08-15T15:51:03.643" v="4167" actId="6549"/>
        <pc:sldMkLst>
          <pc:docMk/>
          <pc:sldMk cId="2861487067" sldId="563"/>
        </pc:sldMkLst>
        <pc:spChg chg="mod">
          <ac:chgData name="Amir" userId="065951d4-4781-441f-ab30-2019f0b03826" providerId="ADAL" clId="{55748AF5-C37D-430C-8A41-D1AED7EB88C0}" dt="2020-08-15T15:51:03.643" v="4167" actId="6549"/>
          <ac:spMkLst>
            <pc:docMk/>
            <pc:sldMk cId="2861487067" sldId="563"/>
            <ac:spMk id="2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5T15:49:25.105" v="4132" actId="14100"/>
          <ac:spMkLst>
            <pc:docMk/>
            <pc:sldMk cId="2861487067" sldId="563"/>
            <ac:spMk id="20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5T15:43:20.460" v="3785" actId="115"/>
          <ac:spMkLst>
            <pc:docMk/>
            <pc:sldMk cId="2861487067" sldId="563"/>
            <ac:spMk id="93187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5T15:49:13.159" v="4129" actId="20577"/>
          <ac:spMkLst>
            <pc:docMk/>
            <pc:sldMk cId="2861487067" sldId="563"/>
            <ac:spMk id="93188" creationId="{00000000-0000-0000-0000-000000000000}"/>
          </ac:spMkLst>
        </pc:spChg>
      </pc:sldChg>
      <pc:sldChg chg="modSp add del mod setBg">
        <pc:chgData name="Amir" userId="065951d4-4781-441f-ab30-2019f0b03826" providerId="ADAL" clId="{55748AF5-C37D-430C-8A41-D1AED7EB88C0}" dt="2020-08-17T19:59:02.844" v="4429" actId="47"/>
        <pc:sldMkLst>
          <pc:docMk/>
          <pc:sldMk cId="489282643" sldId="564"/>
        </pc:sldMkLst>
        <pc:spChg chg="mod">
          <ac:chgData name="Amir" userId="065951d4-4781-441f-ab30-2019f0b03826" providerId="ADAL" clId="{55748AF5-C37D-430C-8A41-D1AED7EB88C0}" dt="2020-08-17T19:55:45.844" v="4428" actId="20577"/>
          <ac:spMkLst>
            <pc:docMk/>
            <pc:sldMk cId="489282643" sldId="564"/>
            <ac:spMk id="101380" creationId="{00000000-0000-0000-0000-000000000000}"/>
          </ac:spMkLst>
        </pc:spChg>
      </pc:sldChg>
      <pc:sldChg chg="add">
        <pc:chgData name="Amir" userId="065951d4-4781-441f-ab30-2019f0b03826" providerId="ADAL" clId="{55748AF5-C37D-430C-8A41-D1AED7EB88C0}" dt="2020-08-18T22:22:14.811" v="4765"/>
        <pc:sldMkLst>
          <pc:docMk/>
          <pc:sldMk cId="1950692378" sldId="564"/>
        </pc:sldMkLst>
      </pc:sldChg>
    </pc:docChg>
  </pc:docChgLst>
  <pc:docChgLst>
    <pc:chgData name="Herzberg, Amir" userId="065951d4-4781-441f-ab30-2019f0b03826" providerId="ADAL" clId="{99EE3C25-D82A-4BBC-A178-97CC39158347}"/>
    <pc:docChg chg="undo custSel addSld delSld modSld sldOrd">
      <pc:chgData name="Herzberg, Amir" userId="065951d4-4781-441f-ab30-2019f0b03826" providerId="ADAL" clId="{99EE3C25-D82A-4BBC-A178-97CC39158347}" dt="2020-02-12T20:28:12.723" v="8086" actId="5793"/>
      <pc:docMkLst>
        <pc:docMk/>
      </pc:docMkLst>
      <pc:sldChg chg="mod ord modShow">
        <pc:chgData name="Herzberg, Amir" userId="065951d4-4781-441f-ab30-2019f0b03826" providerId="ADAL" clId="{99EE3C25-D82A-4BBC-A178-97CC39158347}" dt="2020-02-08T01:46:31.360" v="7303" actId="729"/>
        <pc:sldMkLst>
          <pc:docMk/>
          <pc:sldMk cId="0" sldId="278"/>
        </pc:sldMkLst>
      </pc:sldChg>
      <pc:sldChg chg="modSp modAnim">
        <pc:chgData name="Herzberg, Amir" userId="065951d4-4781-441f-ab30-2019f0b03826" providerId="ADAL" clId="{99EE3C25-D82A-4BBC-A178-97CC39158347}" dt="2020-01-28T17:05:29.376" v="411" actId="20577"/>
        <pc:sldMkLst>
          <pc:docMk/>
          <pc:sldMk cId="3921555572" sldId="360"/>
        </pc:sldMkLst>
        <pc:spChg chg="mod">
          <ac:chgData name="Herzberg, Amir" userId="065951d4-4781-441f-ab30-2019f0b03826" providerId="ADAL" clId="{99EE3C25-D82A-4BBC-A178-97CC39158347}" dt="2020-01-28T17:05:29.376" v="411" actId="20577"/>
          <ac:spMkLst>
            <pc:docMk/>
            <pc:sldMk cId="3921555572" sldId="360"/>
            <ac:spMk id="87044" creationId="{00000000-0000-0000-0000-000000000000}"/>
          </ac:spMkLst>
        </pc:spChg>
      </pc:sldChg>
      <pc:sldChg chg="modSp">
        <pc:chgData name="Herzberg, Amir" userId="065951d4-4781-441f-ab30-2019f0b03826" providerId="ADAL" clId="{99EE3C25-D82A-4BBC-A178-97CC39158347}" dt="2020-01-31T15:48:55.453" v="4260" actId="6549"/>
        <pc:sldMkLst>
          <pc:docMk/>
          <pc:sldMk cId="2951925707" sldId="382"/>
        </pc:sldMkLst>
        <pc:spChg chg="mod">
          <ac:chgData name="Herzberg, Amir" userId="065951d4-4781-441f-ab30-2019f0b03826" providerId="ADAL" clId="{99EE3C25-D82A-4BBC-A178-97CC39158347}" dt="2020-01-31T15:48:55.453" v="4260" actId="6549"/>
          <ac:spMkLst>
            <pc:docMk/>
            <pc:sldMk cId="2951925707" sldId="382"/>
            <ac:spMk id="142342" creationId="{00000000-0000-0000-0000-000000000000}"/>
          </ac:spMkLst>
        </pc:spChg>
      </pc:sldChg>
      <pc:sldChg chg="modSp">
        <pc:chgData name="Herzberg, Amir" userId="065951d4-4781-441f-ab30-2019f0b03826" providerId="ADAL" clId="{99EE3C25-D82A-4BBC-A178-97CC39158347}" dt="2020-01-31T15:50:26.035" v="4285" actId="6549"/>
        <pc:sldMkLst>
          <pc:docMk/>
          <pc:sldMk cId="855852346" sldId="384"/>
        </pc:sldMkLst>
        <pc:spChg chg="mod">
          <ac:chgData name="Herzberg, Amir" userId="065951d4-4781-441f-ab30-2019f0b03826" providerId="ADAL" clId="{99EE3C25-D82A-4BBC-A178-97CC39158347}" dt="2020-01-31T15:50:26.035" v="4285" actId="6549"/>
          <ac:spMkLst>
            <pc:docMk/>
            <pc:sldMk cId="855852346" sldId="384"/>
            <ac:spMk id="66562" creationId="{00000000-0000-0000-0000-000000000000}"/>
          </ac:spMkLst>
        </pc:spChg>
      </pc:sldChg>
      <pc:sldChg chg="modSp">
        <pc:chgData name="Herzberg, Amir" userId="065951d4-4781-441f-ab30-2019f0b03826" providerId="ADAL" clId="{99EE3C25-D82A-4BBC-A178-97CC39158347}" dt="2020-01-31T15:49:37.704" v="4280" actId="20577"/>
        <pc:sldMkLst>
          <pc:docMk/>
          <pc:sldMk cId="3837607819" sldId="435"/>
        </pc:sldMkLst>
        <pc:spChg chg="mod">
          <ac:chgData name="Herzberg, Amir" userId="065951d4-4781-441f-ab30-2019f0b03826" providerId="ADAL" clId="{99EE3C25-D82A-4BBC-A178-97CC39158347}" dt="2020-01-31T15:49:37.704" v="4280" actId="20577"/>
          <ac:spMkLst>
            <pc:docMk/>
            <pc:sldMk cId="3837607819" sldId="435"/>
            <ac:spMk id="144390" creationId="{00000000-0000-0000-0000-000000000000}"/>
          </ac:spMkLst>
        </pc:spChg>
      </pc:sldChg>
      <pc:sldChg chg="delSp delAnim">
        <pc:chgData name="Herzberg, Amir" userId="065951d4-4781-441f-ab30-2019f0b03826" providerId="ADAL" clId="{99EE3C25-D82A-4BBC-A178-97CC39158347}" dt="2020-01-29T02:35:32.300" v="2837" actId="478"/>
        <pc:sldMkLst>
          <pc:docMk/>
          <pc:sldMk cId="3195162735" sldId="462"/>
        </pc:sldMkLst>
        <pc:picChg chg="del">
          <ac:chgData name="Herzberg, Amir" userId="065951d4-4781-441f-ab30-2019f0b03826" providerId="ADAL" clId="{99EE3C25-D82A-4BBC-A178-97CC39158347}" dt="2020-01-29T02:35:32.300" v="2837" actId="478"/>
          <ac:picMkLst>
            <pc:docMk/>
            <pc:sldMk cId="3195162735" sldId="462"/>
            <ac:picMk id="11" creationId="{00000000-0000-0000-0000-000000000000}"/>
          </ac:picMkLst>
        </pc:picChg>
      </pc:sldChg>
      <pc:sldChg chg="addSp delSp modSp modAnim">
        <pc:chgData name="Herzberg, Amir" userId="065951d4-4781-441f-ab30-2019f0b03826" providerId="ADAL" clId="{99EE3C25-D82A-4BBC-A178-97CC39158347}" dt="2020-01-29T02:32:03.667" v="2825" actId="1076"/>
        <pc:sldMkLst>
          <pc:docMk/>
          <pc:sldMk cId="1670608076" sldId="485"/>
        </pc:sldMkLst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5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6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7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8" creationId="{00000000-0000-0000-0000-000000000000}"/>
          </ac:spMkLst>
        </pc:spChg>
        <pc:spChg chg="add mod">
          <ac:chgData name="Herzberg, Amir" userId="065951d4-4781-441f-ab30-2019f0b03826" providerId="ADAL" clId="{99EE3C25-D82A-4BBC-A178-97CC39158347}" dt="2020-01-28T17:15:44.883" v="907" actId="1076"/>
          <ac:spMkLst>
            <pc:docMk/>
            <pc:sldMk cId="1670608076" sldId="485"/>
            <ac:spMk id="9" creationId="{AEAF0AB8-0A1D-48AA-83D2-C63AE2A3A966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0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1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4" creationId="{00000000-0000-0000-0000-000000000000}"/>
          </ac:spMkLst>
        </pc:spChg>
        <pc:spChg chg="del mod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5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6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8" creationId="{00000000-0000-0000-0000-000000000000}"/>
          </ac:spMkLst>
        </pc:spChg>
        <pc:spChg chg="add del mod">
          <ac:chgData name="Herzberg, Amir" userId="065951d4-4781-441f-ab30-2019f0b03826" providerId="ADAL" clId="{99EE3C25-D82A-4BBC-A178-97CC39158347}" dt="2020-01-28T17:22:30.495" v="1007" actId="478"/>
          <ac:spMkLst>
            <pc:docMk/>
            <pc:sldMk cId="1670608076" sldId="485"/>
            <ac:spMk id="20" creationId="{721E6CD7-417E-45F6-BD66-96127FAC8A7E}"/>
          </ac:spMkLst>
        </pc:spChg>
        <pc:spChg chg="add del mod">
          <ac:chgData name="Herzberg, Amir" userId="065951d4-4781-441f-ab30-2019f0b03826" providerId="ADAL" clId="{99EE3C25-D82A-4BBC-A178-97CC39158347}" dt="2020-01-28T17:19:49.303" v="923" actId="478"/>
          <ac:spMkLst>
            <pc:docMk/>
            <pc:sldMk cId="1670608076" sldId="485"/>
            <ac:spMk id="23" creationId="{108CA203-B6E1-496A-BB64-A3799EF92BE3}"/>
          </ac:spMkLst>
        </pc:spChg>
        <pc:spChg chg="add mod ord">
          <ac:chgData name="Herzberg, Amir" userId="065951d4-4781-441f-ab30-2019f0b03826" providerId="ADAL" clId="{99EE3C25-D82A-4BBC-A178-97CC39158347}" dt="2020-01-28T17:21:09.067" v="933" actId="14100"/>
          <ac:spMkLst>
            <pc:docMk/>
            <pc:sldMk cId="1670608076" sldId="485"/>
            <ac:spMk id="24" creationId="{C0F8CB2B-7920-4E38-B7F3-F3BA23DFCA42}"/>
          </ac:spMkLst>
        </pc:spChg>
        <pc:spChg chg="add mod">
          <ac:chgData name="Herzberg, Amir" userId="065951d4-4781-441f-ab30-2019f0b03826" providerId="ADAL" clId="{99EE3C25-D82A-4BBC-A178-97CC39158347}" dt="2020-01-28T17:21:16.163" v="935" actId="14100"/>
          <ac:spMkLst>
            <pc:docMk/>
            <pc:sldMk cId="1670608076" sldId="485"/>
            <ac:spMk id="28" creationId="{BDAA17CD-2B6D-4EA1-9D4B-DF1235C9456F}"/>
          </ac:spMkLst>
        </pc:spChg>
        <pc:spChg chg="mod">
          <ac:chgData name="Herzberg, Amir" userId="065951d4-4781-441f-ab30-2019f0b03826" providerId="ADAL" clId="{99EE3C25-D82A-4BBC-A178-97CC39158347}" dt="2020-01-28T17:09:32.012" v="705" actId="20577"/>
          <ac:spMkLst>
            <pc:docMk/>
            <pc:sldMk cId="1670608076" sldId="485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29T02:32:03.667" v="2825" actId="1076"/>
          <ac:spMkLst>
            <pc:docMk/>
            <pc:sldMk cId="1670608076" sldId="485"/>
            <ac:spMk id="87044" creationId="{00000000-0000-0000-0000-000000000000}"/>
          </ac:spMkLst>
        </pc:spChg>
        <pc:picChg chg="add mod">
          <ac:chgData name="Herzberg, Amir" userId="065951d4-4781-441f-ab30-2019f0b03826" providerId="ADAL" clId="{99EE3C25-D82A-4BBC-A178-97CC39158347}" dt="2020-01-28T17:21:20.243" v="936" actId="1076"/>
          <ac:picMkLst>
            <pc:docMk/>
            <pc:sldMk cId="1670608076" sldId="485"/>
            <ac:picMk id="4" creationId="{068C1760-2C53-44B8-84B1-5A6AE1588B83}"/>
          </ac:picMkLst>
        </pc:picChg>
        <pc:picChg chg="del">
          <ac:chgData name="Herzberg, Amir" userId="065951d4-4781-441f-ab30-2019f0b03826" providerId="ADAL" clId="{99EE3C25-D82A-4BBC-A178-97CC39158347}" dt="2020-01-28T17:11:52.851" v="902" actId="478"/>
          <ac:picMkLst>
            <pc:docMk/>
            <pc:sldMk cId="1670608076" sldId="485"/>
            <ac:picMk id="12" creationId="{00000000-0000-0000-0000-000000000000}"/>
          </ac:picMkLst>
        </pc:picChg>
        <pc:picChg chg="add mod">
          <ac:chgData name="Herzberg, Amir" userId="065951d4-4781-441f-ab30-2019f0b03826" providerId="ADAL" clId="{99EE3C25-D82A-4BBC-A178-97CC39158347}" dt="2020-01-28T17:18:12.347" v="914" actId="1076"/>
          <ac:picMkLst>
            <pc:docMk/>
            <pc:sldMk cId="1670608076" sldId="485"/>
            <ac:picMk id="19" creationId="{0B89B8B4-69A9-4CE4-9743-917157029C59}"/>
          </ac:picMkLst>
        </pc:picChg>
        <pc:picChg chg="add mod">
          <ac:chgData name="Herzberg, Amir" userId="065951d4-4781-441f-ab30-2019f0b03826" providerId="ADAL" clId="{99EE3C25-D82A-4BBC-A178-97CC39158347}" dt="2020-01-28T17:21:12.412" v="934" actId="1076"/>
          <ac:picMkLst>
            <pc:docMk/>
            <pc:sldMk cId="1670608076" sldId="485"/>
            <ac:picMk id="22" creationId="{AD400620-C994-4F96-B733-E08746CFD0B7}"/>
          </ac:picMkLst>
        </pc:picChg>
        <pc:cxnChg chg="del">
          <ac:chgData name="Herzberg, Amir" userId="065951d4-4781-441f-ab30-2019f0b03826" providerId="ADAL" clId="{99EE3C25-D82A-4BBC-A178-97CC39158347}" dt="2020-01-28T17:11:52.851" v="902" actId="478"/>
          <ac:cxnSpMkLst>
            <pc:docMk/>
            <pc:sldMk cId="1670608076" sldId="485"/>
            <ac:cxnSpMk id="3" creationId="{00000000-0000-0000-0000-000000000000}"/>
          </ac:cxnSpMkLst>
        </pc:cxnChg>
        <pc:cxnChg chg="del">
          <ac:chgData name="Herzberg, Amir" userId="065951d4-4781-441f-ab30-2019f0b03826" providerId="ADAL" clId="{99EE3C25-D82A-4BBC-A178-97CC39158347}" dt="2020-01-28T17:11:52.851" v="902" actId="478"/>
          <ac:cxnSpMkLst>
            <pc:docMk/>
            <pc:sldMk cId="1670608076" sldId="485"/>
            <ac:cxnSpMk id="13" creationId="{00000000-0000-0000-0000-000000000000}"/>
          </ac:cxnSpMkLst>
        </pc:cxnChg>
        <pc:cxnChg chg="add mod">
          <ac:chgData name="Herzberg, Amir" userId="065951d4-4781-441f-ab30-2019f0b03826" providerId="ADAL" clId="{99EE3C25-D82A-4BBC-A178-97CC39158347}" dt="2020-01-28T17:21:38.546" v="940" actId="1582"/>
          <ac:cxnSpMkLst>
            <pc:docMk/>
            <pc:sldMk cId="1670608076" sldId="485"/>
            <ac:cxnSpMk id="26" creationId="{29EC882C-A852-43A4-A02F-CEE59A90C25E}"/>
          </ac:cxnSpMkLst>
        </pc:cxnChg>
        <pc:cxnChg chg="add mod">
          <ac:chgData name="Herzberg, Amir" userId="065951d4-4781-441f-ab30-2019f0b03826" providerId="ADAL" clId="{99EE3C25-D82A-4BBC-A178-97CC39158347}" dt="2020-01-28T17:21:44.818" v="942" actId="1076"/>
          <ac:cxnSpMkLst>
            <pc:docMk/>
            <pc:sldMk cId="1670608076" sldId="485"/>
            <ac:cxnSpMk id="32" creationId="{CBBEB465-44E8-4BFD-8D34-DDFF8EC21C9E}"/>
          </ac:cxnSpMkLst>
        </pc:cxnChg>
      </pc:sldChg>
      <pc:sldChg chg="modSp ord modAnim">
        <pc:chgData name="Herzberg, Amir" userId="065951d4-4781-441f-ab30-2019f0b03826" providerId="ADAL" clId="{99EE3C25-D82A-4BBC-A178-97CC39158347}" dt="2020-02-08T01:33:05.269" v="7210" actId="20577"/>
        <pc:sldMkLst>
          <pc:docMk/>
          <pc:sldMk cId="726219747" sldId="532"/>
        </pc:sldMkLst>
        <pc:spChg chg="mod">
          <ac:chgData name="Herzberg, Amir" userId="065951d4-4781-441f-ab30-2019f0b03826" providerId="ADAL" clId="{99EE3C25-D82A-4BBC-A178-97CC39158347}" dt="2020-02-08T01:33:05.269" v="7210" actId="20577"/>
          <ac:spMkLst>
            <pc:docMk/>
            <pc:sldMk cId="726219747" sldId="532"/>
            <ac:spMk id="56323" creationId="{00000000-0000-0000-0000-000000000000}"/>
          </ac:spMkLst>
        </pc:spChg>
      </pc:sldChg>
      <pc:sldChg chg="mod modShow">
        <pc:chgData name="Herzberg, Amir" userId="065951d4-4781-441f-ab30-2019f0b03826" providerId="ADAL" clId="{99EE3C25-D82A-4BBC-A178-97CC39158347}" dt="2020-02-08T02:00:19.989" v="7735" actId="729"/>
        <pc:sldMkLst>
          <pc:docMk/>
          <pc:sldMk cId="555083562" sldId="536"/>
        </pc:sldMkLst>
      </pc:sldChg>
      <pc:sldChg chg="modSp mod">
        <pc:chgData name="Herzberg, Amir" userId="065951d4-4781-441f-ab30-2019f0b03826" providerId="ADAL" clId="{99EE3C25-D82A-4BBC-A178-97CC39158347}" dt="2020-02-08T02:03:47.961" v="7974" actId="20577"/>
        <pc:sldMkLst>
          <pc:docMk/>
          <pc:sldMk cId="1100346928" sldId="537"/>
        </pc:sldMkLst>
        <pc:spChg chg="mod">
          <ac:chgData name="Herzberg, Amir" userId="065951d4-4781-441f-ab30-2019f0b03826" providerId="ADAL" clId="{99EE3C25-D82A-4BBC-A178-97CC39158347}" dt="2020-02-08T02:03:47.961" v="7974" actId="20577"/>
          <ac:spMkLst>
            <pc:docMk/>
            <pc:sldMk cId="1100346928" sldId="537"/>
            <ac:spMk id="26628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2:01:17.981" v="7785" actId="20577"/>
          <ac:spMkLst>
            <pc:docMk/>
            <pc:sldMk cId="1100346928" sldId="537"/>
            <ac:spMk id="62467" creationId="{00000000-0000-0000-0000-000000000000}"/>
          </ac:spMkLst>
        </pc:spChg>
      </pc:sldChg>
      <pc:sldChg chg="addSp delSp modSp add mod setBg modAnim modShow">
        <pc:chgData name="Herzberg, Amir" userId="065951d4-4781-441f-ab30-2019f0b03826" providerId="ADAL" clId="{99EE3C25-D82A-4BBC-A178-97CC39158347}" dt="2020-01-10T17:46:43.723" v="69" actId="729"/>
        <pc:sldMkLst>
          <pc:docMk/>
          <pc:sldMk cId="3895980932" sldId="542"/>
        </pc:sldMkLst>
        <pc:spChg chg="add 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7" creationId="{EAC77B41-0032-4AF9-A1C0-AD5688F52BA9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15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16" creationId="{00000000-0000-0000-0000-000000000000}"/>
          </ac:spMkLst>
        </pc:spChg>
        <pc:spChg chg="add 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3" creationId="{A6888E6A-932F-4204-B42F-EA46E0B37D67}"/>
          </ac:spMkLst>
        </pc:spChg>
        <pc:spChg chg="add 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4" creationId="{E7941D59-CCCA-4780-AEA5-2EEEEFEC03E6}"/>
          </ac:spMkLst>
        </pc:spChg>
        <pc:spChg chg="del">
          <ac:chgData name="Herzberg, Amir" userId="065951d4-4781-441f-ab30-2019f0b03826" providerId="ADAL" clId="{99EE3C25-D82A-4BBC-A178-97CC39158347}" dt="2020-01-10T11:33:06.599" v="2" actId="478"/>
          <ac:spMkLst>
            <pc:docMk/>
            <pc:sldMk cId="3895980932" sldId="542"/>
            <ac:spMk id="11268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09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0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1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2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4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5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6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7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8" creationId="{00000000-0000-0000-0000-000000000000}"/>
          </ac:spMkLst>
        </pc:spChg>
        <pc:picChg chg="mod">
          <ac:chgData name="Herzberg, Amir" userId="065951d4-4781-441f-ab30-2019f0b03826" providerId="ADAL" clId="{99EE3C25-D82A-4BBC-A178-97CC39158347}" dt="2020-01-10T11:37:35.132" v="67" actId="1035"/>
          <ac:picMkLst>
            <pc:docMk/>
            <pc:sldMk cId="3895980932" sldId="542"/>
            <ac:picMk id="3" creationId="{00000000-0000-0000-0000-000000000000}"/>
          </ac:picMkLst>
        </pc:picChg>
        <pc:picChg chg="mod">
          <ac:chgData name="Herzberg, Amir" userId="065951d4-4781-441f-ab30-2019f0b03826" providerId="ADAL" clId="{99EE3C25-D82A-4BBC-A178-97CC39158347}" dt="2020-01-10T11:37:35.132" v="67" actId="1035"/>
          <ac:picMkLst>
            <pc:docMk/>
            <pc:sldMk cId="3895980932" sldId="542"/>
            <ac:picMk id="4" creationId="{00000000-0000-0000-0000-000000000000}"/>
          </ac:picMkLst>
        </pc:picChg>
        <pc:picChg chg="mod">
          <ac:chgData name="Herzberg, Amir" userId="065951d4-4781-441f-ab30-2019f0b03826" providerId="ADAL" clId="{99EE3C25-D82A-4BBC-A178-97CC39158347}" dt="2020-01-10T11:37:35.132" v="67" actId="1035"/>
          <ac:picMkLst>
            <pc:docMk/>
            <pc:sldMk cId="3895980932" sldId="542"/>
            <ac:picMk id="5" creationId="{00000000-0000-0000-0000-000000000000}"/>
          </ac:picMkLst>
        </pc:picChg>
        <pc:cxnChg chg="add mod">
          <ac:chgData name="Herzberg, Amir" userId="065951d4-4781-441f-ab30-2019f0b03826" providerId="ADAL" clId="{99EE3C25-D82A-4BBC-A178-97CC39158347}" dt="2020-01-10T11:37:35.132" v="67" actId="1035"/>
          <ac:cxnSpMkLst>
            <pc:docMk/>
            <pc:sldMk cId="3895980932" sldId="542"/>
            <ac:cxnSpMk id="6" creationId="{8E627CDA-5AE9-4B3C-8EB8-460933B55342}"/>
          </ac:cxnSpMkLst>
        </pc:cxnChg>
      </pc:sldChg>
      <pc:sldChg chg="add">
        <pc:chgData name="Herzberg, Amir" userId="065951d4-4781-441f-ab30-2019f0b03826" providerId="ADAL" clId="{99EE3C25-D82A-4BBC-A178-97CC39158347}" dt="2020-01-28T17:03:14.716" v="148"/>
        <pc:sldMkLst>
          <pc:docMk/>
          <pc:sldMk cId="1332624395" sldId="543"/>
        </pc:sldMkLst>
      </pc:sldChg>
      <pc:sldChg chg="addSp delSp modSp add">
        <pc:chgData name="Herzberg, Amir" userId="065951d4-4781-441f-ab30-2019f0b03826" providerId="ADAL" clId="{99EE3C25-D82A-4BBC-A178-97CC39158347}" dt="2020-01-29T03:26:43.738" v="3313" actId="20577"/>
        <pc:sldMkLst>
          <pc:docMk/>
          <pc:sldMk cId="2520190568" sldId="544"/>
        </pc:sldMkLst>
        <pc:spChg chg="add del mod">
          <ac:chgData name="Herzberg, Amir" userId="065951d4-4781-441f-ab30-2019f0b03826" providerId="ADAL" clId="{99EE3C25-D82A-4BBC-A178-97CC39158347}" dt="2020-01-28T17:54:50.605" v="1781" actId="478"/>
          <ac:spMkLst>
            <pc:docMk/>
            <pc:sldMk cId="2520190568" sldId="544"/>
            <ac:spMk id="8" creationId="{1D9C7525-0881-4537-9144-A646A4025E71}"/>
          </ac:spMkLst>
        </pc:spChg>
        <pc:spChg chg="del">
          <ac:chgData name="Herzberg, Amir" userId="065951d4-4781-441f-ab30-2019f0b03826" providerId="ADAL" clId="{99EE3C25-D82A-4BBC-A178-97CC39158347}" dt="2020-01-29T02:33:38.720" v="2830" actId="478"/>
          <ac:spMkLst>
            <pc:docMk/>
            <pc:sldMk cId="2520190568" sldId="544"/>
            <ac:spMk id="9" creationId="{AEAF0AB8-0A1D-48AA-83D2-C63AE2A3A966}"/>
          </ac:spMkLst>
        </pc:spChg>
        <pc:spChg chg="add del mod">
          <ac:chgData name="Herzberg, Amir" userId="065951d4-4781-441f-ab30-2019f0b03826" providerId="ADAL" clId="{99EE3C25-D82A-4BBC-A178-97CC39158347}" dt="2020-01-29T00:19:35.334" v="2270" actId="478"/>
          <ac:spMkLst>
            <pc:docMk/>
            <pc:sldMk cId="2520190568" sldId="544"/>
            <ac:spMk id="10" creationId="{2521AA73-5ED8-423E-A9DC-AADDAA1BEEB4}"/>
          </ac:spMkLst>
        </pc:spChg>
        <pc:spChg chg="add del mod">
          <ac:chgData name="Herzberg, Amir" userId="065951d4-4781-441f-ab30-2019f0b03826" providerId="ADAL" clId="{99EE3C25-D82A-4BBC-A178-97CC39158347}" dt="2020-01-29T02:05:23.377" v="2823" actId="478"/>
          <ac:spMkLst>
            <pc:docMk/>
            <pc:sldMk cId="2520190568" sldId="544"/>
            <ac:spMk id="11" creationId="{656894F4-9028-4424-94B5-F9D4E5934301}"/>
          </ac:spMkLst>
        </pc:spChg>
        <pc:spChg chg="add mod">
          <ac:chgData name="Herzberg, Amir" userId="065951d4-4781-441f-ab30-2019f0b03826" providerId="ADAL" clId="{99EE3C25-D82A-4BBC-A178-97CC39158347}" dt="2020-01-28T18:03:48.492" v="1905" actId="767"/>
          <ac:spMkLst>
            <pc:docMk/>
            <pc:sldMk cId="2520190568" sldId="544"/>
            <ac:spMk id="12" creationId="{080612BF-0D74-41C9-9C3E-06B834FB80D2}"/>
          </ac:spMkLst>
        </pc:spChg>
        <pc:spChg chg="add mod">
          <ac:chgData name="Herzberg, Amir" userId="065951d4-4781-441f-ab30-2019f0b03826" providerId="ADAL" clId="{99EE3C25-D82A-4BBC-A178-97CC39158347}" dt="2020-01-29T02:04:18.815" v="2815" actId="20577"/>
          <ac:spMkLst>
            <pc:docMk/>
            <pc:sldMk cId="2520190568" sldId="544"/>
            <ac:spMk id="17" creationId="{7466C30D-84B4-4F2C-AE43-705EFDC0FAB1}"/>
          </ac:spMkLst>
        </pc:spChg>
        <pc:spChg chg="add mod">
          <ac:chgData name="Herzberg, Amir" userId="065951d4-4781-441f-ab30-2019f0b03826" providerId="ADAL" clId="{99EE3C25-D82A-4BBC-A178-97CC39158347}" dt="2020-01-29T02:04:39.127" v="2820" actId="1076"/>
          <ac:spMkLst>
            <pc:docMk/>
            <pc:sldMk cId="2520190568" sldId="544"/>
            <ac:spMk id="23" creationId="{513057EE-6A80-4FC6-95ED-574090892517}"/>
          </ac:spMkLst>
        </pc:spChg>
        <pc:spChg chg="add del">
          <ac:chgData name="Herzberg, Amir" userId="065951d4-4781-441f-ab30-2019f0b03826" providerId="ADAL" clId="{99EE3C25-D82A-4BBC-A178-97CC39158347}" dt="2020-01-29T00:24:56.243" v="2332"/>
          <ac:spMkLst>
            <pc:docMk/>
            <pc:sldMk cId="2520190568" sldId="544"/>
            <ac:spMk id="25" creationId="{C3E659B2-A4C8-4B83-81AF-5D419C050CE4}"/>
          </ac:spMkLst>
        </pc:spChg>
        <pc:spChg chg="add mod">
          <ac:chgData name="Herzberg, Amir" userId="065951d4-4781-441f-ab30-2019f0b03826" providerId="ADAL" clId="{99EE3C25-D82A-4BBC-A178-97CC39158347}" dt="2020-01-29T02:02:27.290" v="2782" actId="1076"/>
          <ac:spMkLst>
            <pc:docMk/>
            <pc:sldMk cId="2520190568" sldId="544"/>
            <ac:spMk id="27" creationId="{E622D5F4-E974-4444-99DC-15DEDA0B5E02}"/>
          </ac:spMkLst>
        </pc:spChg>
        <pc:spChg chg="add mod">
          <ac:chgData name="Herzberg, Amir" userId="065951d4-4781-441f-ab30-2019f0b03826" providerId="ADAL" clId="{99EE3C25-D82A-4BBC-A178-97CC39158347}" dt="2020-01-29T02:03:09.429" v="2802" actId="1076"/>
          <ac:spMkLst>
            <pc:docMk/>
            <pc:sldMk cId="2520190568" sldId="544"/>
            <ac:spMk id="29" creationId="{4E3B88B7-A416-420F-810F-E8750494C7B6}"/>
          </ac:spMkLst>
        </pc:spChg>
        <pc:spChg chg="add mod">
          <ac:chgData name="Herzberg, Amir" userId="065951d4-4781-441f-ab30-2019f0b03826" providerId="ADAL" clId="{99EE3C25-D82A-4BBC-A178-97CC39158347}" dt="2020-01-29T02:03:58.053" v="2813" actId="207"/>
          <ac:spMkLst>
            <pc:docMk/>
            <pc:sldMk cId="2520190568" sldId="544"/>
            <ac:spMk id="32" creationId="{AAB0FE98-0429-43F9-9EB5-934DCB2756B0}"/>
          </ac:spMkLst>
        </pc:spChg>
        <pc:spChg chg="add mod">
          <ac:chgData name="Herzberg, Amir" userId="065951d4-4781-441f-ab30-2019f0b03826" providerId="ADAL" clId="{99EE3C25-D82A-4BBC-A178-97CC39158347}" dt="2020-01-29T02:04:47.670" v="2822" actId="1076"/>
          <ac:spMkLst>
            <pc:docMk/>
            <pc:sldMk cId="2520190568" sldId="544"/>
            <ac:spMk id="33" creationId="{CD127D6D-FA01-4B49-AA6D-561E28F80D6D}"/>
          </ac:spMkLst>
        </pc:spChg>
        <pc:spChg chg="mod">
          <ac:chgData name="Herzberg, Amir" userId="065951d4-4781-441f-ab30-2019f0b03826" providerId="ADAL" clId="{99EE3C25-D82A-4BBC-A178-97CC39158347}" dt="2020-01-28T17:25:47.122" v="1272" actId="20577"/>
          <ac:spMkLst>
            <pc:docMk/>
            <pc:sldMk cId="2520190568" sldId="544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29T03:26:43.738" v="3313" actId="20577"/>
          <ac:spMkLst>
            <pc:docMk/>
            <pc:sldMk cId="2520190568" sldId="544"/>
            <ac:spMk id="87044" creationId="{00000000-0000-0000-0000-000000000000}"/>
          </ac:spMkLst>
        </pc:spChg>
        <pc:graphicFrameChg chg="add del">
          <ac:chgData name="Herzberg, Amir" userId="065951d4-4781-441f-ab30-2019f0b03826" providerId="ADAL" clId="{99EE3C25-D82A-4BBC-A178-97CC39158347}" dt="2020-01-29T00:20:49.746" v="2275"/>
          <ac:graphicFrameMkLst>
            <pc:docMk/>
            <pc:sldMk cId="2520190568" sldId="544"/>
            <ac:graphicFrameMk id="2" creationId="{594493FE-24D0-4BC4-9CD5-1E5A4B6F9A3E}"/>
          </ac:graphicFrameMkLst>
        </pc:graphicFrameChg>
        <pc:picChg chg="mod">
          <ac:chgData name="Herzberg, Amir" userId="065951d4-4781-441f-ab30-2019f0b03826" providerId="ADAL" clId="{99EE3C25-D82A-4BBC-A178-97CC39158347}" dt="2020-01-28T17:30:03.603" v="1677" actId="1076"/>
          <ac:picMkLst>
            <pc:docMk/>
            <pc:sldMk cId="2520190568" sldId="544"/>
            <ac:picMk id="4" creationId="{068C1760-2C53-44B8-84B1-5A6AE1588B83}"/>
          </ac:picMkLst>
        </pc:picChg>
        <pc:picChg chg="add mod">
          <ac:chgData name="Herzberg, Amir" userId="065951d4-4781-441f-ab30-2019f0b03826" providerId="ADAL" clId="{99EE3C25-D82A-4BBC-A178-97CC39158347}" dt="2020-01-29T02:01:59.725" v="2779" actId="1076"/>
          <ac:picMkLst>
            <pc:docMk/>
            <pc:sldMk cId="2520190568" sldId="544"/>
            <ac:picMk id="7" creationId="{76495708-801A-4D16-8C02-F14D536AF17F}"/>
          </ac:picMkLst>
        </pc:picChg>
        <pc:picChg chg="del">
          <ac:chgData name="Herzberg, Amir" userId="065951d4-4781-441f-ab30-2019f0b03826" providerId="ADAL" clId="{99EE3C25-D82A-4BBC-A178-97CC39158347}" dt="2020-01-28T17:55:23.829" v="1790" actId="478"/>
          <ac:picMkLst>
            <pc:docMk/>
            <pc:sldMk cId="2520190568" sldId="544"/>
            <ac:picMk id="19" creationId="{0B89B8B4-69A9-4CE4-9743-917157029C59}"/>
          </ac:picMkLst>
        </pc:picChg>
        <pc:picChg chg="add mod">
          <ac:chgData name="Herzberg, Amir" userId="065951d4-4781-441f-ab30-2019f0b03826" providerId="ADAL" clId="{99EE3C25-D82A-4BBC-A178-97CC39158347}" dt="2020-01-29T02:02:27.290" v="2782" actId="1076"/>
          <ac:picMkLst>
            <pc:docMk/>
            <pc:sldMk cId="2520190568" sldId="544"/>
            <ac:picMk id="21" creationId="{D5CD4CFC-8971-411F-9EB3-F2B4542FC43E}"/>
          </ac:picMkLst>
        </pc:picChg>
        <pc:picChg chg="del">
          <ac:chgData name="Herzberg, Amir" userId="065951d4-4781-441f-ab30-2019f0b03826" providerId="ADAL" clId="{99EE3C25-D82A-4BBC-A178-97CC39158347}" dt="2020-01-28T17:31:15.397" v="1689" actId="478"/>
          <ac:picMkLst>
            <pc:docMk/>
            <pc:sldMk cId="2520190568" sldId="544"/>
            <ac:picMk id="22" creationId="{AD400620-C994-4F96-B733-E08746CFD0B7}"/>
          </ac:picMkLst>
        </pc:picChg>
        <pc:cxnChg chg="add mod">
          <ac:chgData name="Herzberg, Amir" userId="065951d4-4781-441f-ab30-2019f0b03826" providerId="ADAL" clId="{99EE3C25-D82A-4BBC-A178-97CC39158347}" dt="2020-01-29T02:01:33.078" v="2774" actId="14100"/>
          <ac:cxnSpMkLst>
            <pc:docMk/>
            <pc:sldMk cId="2520190568" sldId="544"/>
            <ac:cxnSpMk id="14" creationId="{BEE10EED-E1C9-4663-BDE2-5238317E67B8}"/>
          </ac:cxnSpMkLst>
        </pc:cxnChg>
        <pc:cxnChg chg="add mod">
          <ac:chgData name="Herzberg, Amir" userId="065951d4-4781-441f-ab30-2019f0b03826" providerId="ADAL" clId="{99EE3C25-D82A-4BBC-A178-97CC39158347}" dt="2020-01-29T02:02:27.290" v="2782" actId="1076"/>
          <ac:cxnSpMkLst>
            <pc:docMk/>
            <pc:sldMk cId="2520190568" sldId="544"/>
            <ac:cxnSpMk id="18" creationId="{9E84267B-EF5E-4ECE-A6CE-32DF5E95D1CE}"/>
          </ac:cxnSpMkLst>
        </pc:cxnChg>
        <pc:cxnChg chg="mod">
          <ac:chgData name="Herzberg, Amir" userId="065951d4-4781-441f-ab30-2019f0b03826" providerId="ADAL" clId="{99EE3C25-D82A-4BBC-A178-97CC39158347}" dt="2020-01-29T02:03:29.031" v="2803" actId="14100"/>
          <ac:cxnSpMkLst>
            <pc:docMk/>
            <pc:sldMk cId="2520190568" sldId="544"/>
            <ac:cxnSpMk id="26" creationId="{29EC882C-A852-43A4-A02F-CEE59A90C25E}"/>
          </ac:cxnSpMkLst>
        </pc:cxnChg>
        <pc:cxnChg chg="del">
          <ac:chgData name="Herzberg, Amir" userId="065951d4-4781-441f-ab30-2019f0b03826" providerId="ADAL" clId="{99EE3C25-D82A-4BBC-A178-97CC39158347}" dt="2020-01-28T17:31:04.145" v="1688" actId="478"/>
          <ac:cxnSpMkLst>
            <pc:docMk/>
            <pc:sldMk cId="2520190568" sldId="544"/>
            <ac:cxnSpMk id="32" creationId="{CBBEB465-44E8-4BFD-8D34-DDFF8EC21C9E}"/>
          </ac:cxnSpMkLst>
        </pc:cxnChg>
      </pc:sldChg>
      <pc:sldChg chg="addSp delSp modSp add ord">
        <pc:chgData name="Herzberg, Amir" userId="065951d4-4781-441f-ab30-2019f0b03826" providerId="ADAL" clId="{99EE3C25-D82A-4BBC-A178-97CC39158347}" dt="2020-01-29T03:40:50.779" v="3314" actId="20577"/>
        <pc:sldMkLst>
          <pc:docMk/>
          <pc:sldMk cId="710160062" sldId="545"/>
        </pc:sldMkLst>
        <pc:spChg chg="add mod">
          <ac:chgData name="Herzberg, Amir" userId="065951d4-4781-441f-ab30-2019f0b03826" providerId="ADAL" clId="{99EE3C25-D82A-4BBC-A178-97CC39158347}" dt="2020-01-29T02:48:07.632" v="3261" actId="1076"/>
          <ac:spMkLst>
            <pc:docMk/>
            <pc:sldMk cId="710160062" sldId="545"/>
            <ac:spMk id="9" creationId="{E8999B0D-D01C-4EC9-8FD2-2C1183F24CD5}"/>
          </ac:spMkLst>
        </pc:spChg>
        <pc:spChg chg="mod">
          <ac:chgData name="Herzberg, Amir" userId="065951d4-4781-441f-ab30-2019f0b03826" providerId="ADAL" clId="{99EE3C25-D82A-4BBC-A178-97CC39158347}" dt="2020-01-29T02:46:38.999" v="3236" actId="1076"/>
          <ac:spMkLst>
            <pc:docMk/>
            <pc:sldMk cId="710160062" sldId="545"/>
            <ac:spMk id="17" creationId="{7466C30D-84B4-4F2C-AE43-705EFDC0FAB1}"/>
          </ac:spMkLst>
        </pc:spChg>
        <pc:spChg chg="del">
          <ac:chgData name="Herzberg, Amir" userId="065951d4-4781-441f-ab30-2019f0b03826" providerId="ADAL" clId="{99EE3C25-D82A-4BBC-A178-97CC39158347}" dt="2020-01-29T02:45:16.908" v="3219" actId="478"/>
          <ac:spMkLst>
            <pc:docMk/>
            <pc:sldMk cId="710160062" sldId="545"/>
            <ac:spMk id="23" creationId="{513057EE-6A80-4FC6-95ED-574090892517}"/>
          </ac:spMkLst>
        </pc:spChg>
        <pc:spChg chg="mod">
          <ac:chgData name="Herzberg, Amir" userId="065951d4-4781-441f-ab30-2019f0b03826" providerId="ADAL" clId="{99EE3C25-D82A-4BBC-A178-97CC39158347}" dt="2020-01-29T02:46:04.155" v="3233" actId="1037"/>
          <ac:spMkLst>
            <pc:docMk/>
            <pc:sldMk cId="710160062" sldId="545"/>
            <ac:spMk id="27" creationId="{E622D5F4-E974-4444-99DC-15DEDA0B5E02}"/>
          </ac:spMkLst>
        </pc:spChg>
        <pc:spChg chg="mod">
          <ac:chgData name="Herzberg, Amir" userId="065951d4-4781-441f-ab30-2019f0b03826" providerId="ADAL" clId="{99EE3C25-D82A-4BBC-A178-97CC39158347}" dt="2020-01-29T02:46:04.155" v="3233" actId="1037"/>
          <ac:spMkLst>
            <pc:docMk/>
            <pc:sldMk cId="710160062" sldId="545"/>
            <ac:spMk id="29" creationId="{4E3B88B7-A416-420F-810F-E8750494C7B6}"/>
          </ac:spMkLst>
        </pc:spChg>
        <pc:spChg chg="add mod">
          <ac:chgData name="Herzberg, Amir" userId="065951d4-4781-441f-ab30-2019f0b03826" providerId="ADAL" clId="{99EE3C25-D82A-4BBC-A178-97CC39158347}" dt="2020-01-29T02:50:21.099" v="3301" actId="114"/>
          <ac:spMkLst>
            <pc:docMk/>
            <pc:sldMk cId="710160062" sldId="545"/>
            <ac:spMk id="31" creationId="{6CF8123B-B771-45D3-949C-891EB6FF511F}"/>
          </ac:spMkLst>
        </pc:spChg>
        <pc:spChg chg="del">
          <ac:chgData name="Herzberg, Amir" userId="065951d4-4781-441f-ab30-2019f0b03826" providerId="ADAL" clId="{99EE3C25-D82A-4BBC-A178-97CC39158347}" dt="2020-01-29T02:36:42.482" v="2865" actId="478"/>
          <ac:spMkLst>
            <pc:docMk/>
            <pc:sldMk cId="710160062" sldId="545"/>
            <ac:spMk id="32" creationId="{AAB0FE98-0429-43F9-9EB5-934DCB2756B0}"/>
          </ac:spMkLst>
        </pc:spChg>
        <pc:spChg chg="del">
          <ac:chgData name="Herzberg, Amir" userId="065951d4-4781-441f-ab30-2019f0b03826" providerId="ADAL" clId="{99EE3C25-D82A-4BBC-A178-97CC39158347}" dt="2020-01-29T02:36:56.763" v="2866" actId="478"/>
          <ac:spMkLst>
            <pc:docMk/>
            <pc:sldMk cId="710160062" sldId="545"/>
            <ac:spMk id="33" creationId="{CD127D6D-FA01-4B49-AA6D-561E28F80D6D}"/>
          </ac:spMkLst>
        </pc:spChg>
        <pc:spChg chg="add mod">
          <ac:chgData name="Herzberg, Amir" userId="065951d4-4781-441f-ab30-2019f0b03826" providerId="ADAL" clId="{99EE3C25-D82A-4BBC-A178-97CC39158347}" dt="2020-01-29T02:50:35.111" v="3304"/>
          <ac:spMkLst>
            <pc:docMk/>
            <pc:sldMk cId="710160062" sldId="545"/>
            <ac:spMk id="34" creationId="{AB17378F-23F0-4BAA-A758-8540B230DE44}"/>
          </ac:spMkLst>
        </pc:spChg>
        <pc:spChg chg="mod">
          <ac:chgData name="Herzberg, Amir" userId="065951d4-4781-441f-ab30-2019f0b03826" providerId="ADAL" clId="{99EE3C25-D82A-4BBC-A178-97CC39158347}" dt="2020-01-29T03:40:50.779" v="3314" actId="20577"/>
          <ac:spMkLst>
            <pc:docMk/>
            <pc:sldMk cId="710160062" sldId="545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29T02:43:29.918" v="3199" actId="20577"/>
          <ac:spMkLst>
            <pc:docMk/>
            <pc:sldMk cId="710160062" sldId="545"/>
            <ac:spMk id="87044" creationId="{00000000-0000-0000-0000-000000000000}"/>
          </ac:spMkLst>
        </pc:spChg>
        <pc:picChg chg="mod">
          <ac:chgData name="Herzberg, Amir" userId="065951d4-4781-441f-ab30-2019f0b03826" providerId="ADAL" clId="{99EE3C25-D82A-4BBC-A178-97CC39158347}" dt="2020-01-29T02:43:52.760" v="3202" actId="1076"/>
          <ac:picMkLst>
            <pc:docMk/>
            <pc:sldMk cId="710160062" sldId="545"/>
            <ac:picMk id="7" creationId="{76495708-801A-4D16-8C02-F14D536AF17F}"/>
          </ac:picMkLst>
        </pc:picChg>
        <pc:picChg chg="mod">
          <ac:chgData name="Herzberg, Amir" userId="065951d4-4781-441f-ab30-2019f0b03826" providerId="ADAL" clId="{99EE3C25-D82A-4BBC-A178-97CC39158347}" dt="2020-01-29T02:46:04.155" v="3233" actId="1037"/>
          <ac:picMkLst>
            <pc:docMk/>
            <pc:sldMk cId="710160062" sldId="545"/>
            <ac:picMk id="21" creationId="{D5CD4CFC-8971-411F-9EB3-F2B4542FC43E}"/>
          </ac:picMkLst>
        </pc:picChg>
        <pc:cxnChg chg="add mod">
          <ac:chgData name="Herzberg, Amir" userId="065951d4-4781-441f-ab30-2019f0b03826" providerId="ADAL" clId="{99EE3C25-D82A-4BBC-A178-97CC39158347}" dt="2020-01-29T02:46:43.639" v="3237" actId="1076"/>
          <ac:cxnSpMkLst>
            <pc:docMk/>
            <pc:sldMk cId="710160062" sldId="545"/>
            <ac:cxnSpMk id="3" creationId="{20518B38-C752-4868-9866-5962B1AD4463}"/>
          </ac:cxnSpMkLst>
        </pc:cxnChg>
        <pc:cxnChg chg="mod">
          <ac:chgData name="Herzberg, Amir" userId="065951d4-4781-441f-ab30-2019f0b03826" providerId="ADAL" clId="{99EE3C25-D82A-4BBC-A178-97CC39158347}" dt="2020-01-29T02:49:55.887" v="3297" actId="14100"/>
          <ac:cxnSpMkLst>
            <pc:docMk/>
            <pc:sldMk cId="710160062" sldId="545"/>
            <ac:cxnSpMk id="14" creationId="{BEE10EED-E1C9-4663-BDE2-5238317E67B8}"/>
          </ac:cxnSpMkLst>
        </pc:cxnChg>
        <pc:cxnChg chg="mod">
          <ac:chgData name="Herzberg, Amir" userId="065951d4-4781-441f-ab30-2019f0b03826" providerId="ADAL" clId="{99EE3C25-D82A-4BBC-A178-97CC39158347}" dt="2020-01-29T02:46:04.155" v="3233" actId="1037"/>
          <ac:cxnSpMkLst>
            <pc:docMk/>
            <pc:sldMk cId="710160062" sldId="545"/>
            <ac:cxnSpMk id="18" creationId="{9E84267B-EF5E-4ECE-A6CE-32DF5E95D1CE}"/>
          </ac:cxnSpMkLst>
        </pc:cxnChg>
        <pc:cxnChg chg="add mod">
          <ac:chgData name="Herzberg, Amir" userId="065951d4-4781-441f-ab30-2019f0b03826" providerId="ADAL" clId="{99EE3C25-D82A-4BBC-A178-97CC39158347}" dt="2020-01-29T02:48:13.295" v="3263" actId="14100"/>
          <ac:cxnSpMkLst>
            <pc:docMk/>
            <pc:sldMk cId="710160062" sldId="545"/>
            <ac:cxnSpMk id="25" creationId="{68236AFB-E333-460F-A6D9-461226E62616}"/>
          </ac:cxnSpMkLst>
        </pc:cxnChg>
        <pc:cxnChg chg="add mod">
          <ac:chgData name="Herzberg, Amir" userId="065951d4-4781-441f-ab30-2019f0b03826" providerId="ADAL" clId="{99EE3C25-D82A-4BBC-A178-97CC39158347}" dt="2020-01-29T02:48:16.760" v="3264" actId="14100"/>
          <ac:cxnSpMkLst>
            <pc:docMk/>
            <pc:sldMk cId="710160062" sldId="545"/>
            <ac:cxnSpMk id="30" creationId="{BA683234-1738-4E98-9DF8-E2C4C4A154E3}"/>
          </ac:cxnSpMkLst>
        </pc:cxnChg>
      </pc:sldChg>
      <pc:sldChg chg="add ord">
        <pc:chgData name="Herzberg, Amir" userId="065951d4-4781-441f-ab30-2019f0b03826" providerId="ADAL" clId="{99EE3C25-D82A-4BBC-A178-97CC39158347}" dt="2020-01-29T02:35:24.672" v="2836"/>
        <pc:sldMkLst>
          <pc:docMk/>
          <pc:sldMk cId="3929748425" sldId="546"/>
        </pc:sldMkLst>
      </pc:sldChg>
      <pc:sldChg chg="addSp delSp modSp add mod ord">
        <pc:chgData name="Herzberg, Amir" userId="065951d4-4781-441f-ab30-2019f0b03826" providerId="ADAL" clId="{99EE3C25-D82A-4BBC-A178-97CC39158347}" dt="2020-02-08T01:32:53.922" v="7205" actId="6549"/>
        <pc:sldMkLst>
          <pc:docMk/>
          <pc:sldMk cId="2655964397" sldId="547"/>
        </pc:sldMkLst>
        <pc:spChg chg="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9" creationId="{E8999B0D-D01C-4EC9-8FD2-2C1183F24CD5}"/>
          </ac:spMkLst>
        </pc:spChg>
        <pc:spChg chg="del">
          <ac:chgData name="Herzberg, Amir" userId="065951d4-4781-441f-ab30-2019f0b03826" providerId="ADAL" clId="{99EE3C25-D82A-4BBC-A178-97CC39158347}" dt="2020-01-29T15:01:56.936" v="3654" actId="478"/>
          <ac:spMkLst>
            <pc:docMk/>
            <pc:sldMk cId="2655964397" sldId="547"/>
            <ac:spMk id="12" creationId="{080612BF-0D74-41C9-9C3E-06B834FB80D2}"/>
          </ac:spMkLst>
        </pc:spChg>
        <pc:spChg chg="del mod">
          <ac:chgData name="Herzberg, Amir" userId="065951d4-4781-441f-ab30-2019f0b03826" providerId="ADAL" clId="{99EE3C25-D82A-4BBC-A178-97CC39158347}" dt="2020-01-29T15:01:56.936" v="3654" actId="478"/>
          <ac:spMkLst>
            <pc:docMk/>
            <pc:sldMk cId="2655964397" sldId="547"/>
            <ac:spMk id="17" creationId="{7466C30D-84B4-4F2C-AE43-705EFDC0FAB1}"/>
          </ac:spMkLst>
        </pc:spChg>
        <pc:spChg chg="add mod">
          <ac:chgData name="Herzberg, Amir" userId="065951d4-4781-441f-ab30-2019f0b03826" providerId="ADAL" clId="{99EE3C25-D82A-4BBC-A178-97CC39158347}" dt="2020-02-08T00:36:56.154" v="4891" actId="1076"/>
          <ac:spMkLst>
            <pc:docMk/>
            <pc:sldMk cId="2655964397" sldId="547"/>
            <ac:spMk id="18" creationId="{A9FDD9C3-F6B2-4AB6-8232-0DF3A34909F0}"/>
          </ac:spMkLst>
        </pc:spChg>
        <pc:spChg chg="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24" creationId="{C0F8CB2B-7920-4E38-B7F3-F3BA23DFCA42}"/>
          </ac:spMkLst>
        </pc:spChg>
        <pc:spChg chg="del">
          <ac:chgData name="Herzberg, Amir" userId="065951d4-4781-441f-ab30-2019f0b03826" providerId="ADAL" clId="{99EE3C25-D82A-4BBC-A178-97CC39158347}" dt="2020-01-29T14:40:21.230" v="3347" actId="478"/>
          <ac:spMkLst>
            <pc:docMk/>
            <pc:sldMk cId="2655964397" sldId="547"/>
            <ac:spMk id="27" creationId="{E622D5F4-E974-4444-99DC-15DEDA0B5E02}"/>
          </ac:spMkLst>
        </pc:spChg>
        <pc:spChg chg="del">
          <ac:chgData name="Herzberg, Amir" userId="065951d4-4781-441f-ab30-2019f0b03826" providerId="ADAL" clId="{99EE3C25-D82A-4BBC-A178-97CC39158347}" dt="2020-01-29T14:56:04.682" v="3478" actId="478"/>
          <ac:spMkLst>
            <pc:docMk/>
            <pc:sldMk cId="2655964397" sldId="547"/>
            <ac:spMk id="28" creationId="{BDAA17CD-2B6D-4EA1-9D4B-DF1235C9456F}"/>
          </ac:spMkLst>
        </pc:spChg>
        <pc:spChg chg="del">
          <ac:chgData name="Herzberg, Amir" userId="065951d4-4781-441f-ab30-2019f0b03826" providerId="ADAL" clId="{99EE3C25-D82A-4BBC-A178-97CC39158347}" dt="2020-01-29T14:40:21.230" v="3347" actId="478"/>
          <ac:spMkLst>
            <pc:docMk/>
            <pc:sldMk cId="2655964397" sldId="547"/>
            <ac:spMk id="29" creationId="{4E3B88B7-A416-420F-810F-E8750494C7B6}"/>
          </ac:spMkLst>
        </pc:spChg>
        <pc:spChg chg="mod">
          <ac:chgData name="Herzberg, Amir" userId="065951d4-4781-441f-ab30-2019f0b03826" providerId="ADAL" clId="{99EE3C25-D82A-4BBC-A178-97CC39158347}" dt="2020-02-08T00:39:33.587" v="4922" actId="1076"/>
          <ac:spMkLst>
            <pc:docMk/>
            <pc:sldMk cId="2655964397" sldId="547"/>
            <ac:spMk id="31" creationId="{6CF8123B-B771-45D3-949C-891EB6FF511F}"/>
          </ac:spMkLst>
        </pc:spChg>
        <pc:spChg chg="add del mod">
          <ac:chgData name="Herzberg, Amir" userId="065951d4-4781-441f-ab30-2019f0b03826" providerId="ADAL" clId="{99EE3C25-D82A-4BBC-A178-97CC39158347}" dt="2020-01-29T14:56:39.944" v="3482" actId="478"/>
          <ac:spMkLst>
            <pc:docMk/>
            <pc:sldMk cId="2655964397" sldId="547"/>
            <ac:spMk id="32" creationId="{A7A70AF9-701C-451B-A04F-CB7DA392AA6B}"/>
          </ac:spMkLst>
        </pc:spChg>
        <pc:spChg chg="del">
          <ac:chgData name="Herzberg, Amir" userId="065951d4-4781-441f-ab30-2019f0b03826" providerId="ADAL" clId="{99EE3C25-D82A-4BBC-A178-97CC39158347}" dt="2020-01-29T14:56:53.727" v="3487" actId="478"/>
          <ac:spMkLst>
            <pc:docMk/>
            <pc:sldMk cId="2655964397" sldId="547"/>
            <ac:spMk id="34" creationId="{AB17378F-23F0-4BAA-A758-8540B230DE44}"/>
          </ac:spMkLst>
        </pc:spChg>
        <pc:spChg chg="add mod topLvl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35" creationId="{63A3B07B-E30E-404A-A5AF-E8CF730C14F7}"/>
          </ac:spMkLst>
        </pc:spChg>
        <pc:spChg chg="add mod topLvl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37" creationId="{28E7BDDD-3523-42C8-ABA2-D966F0A5B00C}"/>
          </ac:spMkLst>
        </pc:spChg>
        <pc:spChg chg="add mod">
          <ac:chgData name="Herzberg, Amir" userId="065951d4-4781-441f-ab30-2019f0b03826" providerId="ADAL" clId="{99EE3C25-D82A-4BBC-A178-97CC39158347}" dt="2020-02-08T00:38:38.875" v="4916" actId="1076"/>
          <ac:spMkLst>
            <pc:docMk/>
            <pc:sldMk cId="2655964397" sldId="547"/>
            <ac:spMk id="43" creationId="{A8D370C7-1344-430B-8CC1-AD16C95D2178}"/>
          </ac:spMkLst>
        </pc:spChg>
        <pc:spChg chg="add 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44" creationId="{0D33B1C8-BA2A-4138-A154-959BBA378052}"/>
          </ac:spMkLst>
        </pc:spChg>
        <pc:spChg chg="add 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45" creationId="{CEA9C6A2-DB12-44B8-AB17-0DEFA312D5DE}"/>
          </ac:spMkLst>
        </pc:spChg>
        <pc:spChg chg="add mod ord">
          <ac:chgData name="Herzberg, Amir" userId="065951d4-4781-441f-ab30-2019f0b03826" providerId="ADAL" clId="{99EE3C25-D82A-4BBC-A178-97CC39158347}" dt="2020-02-08T00:39:17.888" v="4920" actId="1038"/>
          <ac:spMkLst>
            <pc:docMk/>
            <pc:sldMk cId="2655964397" sldId="547"/>
            <ac:spMk id="47" creationId="{93B7415D-16B4-4DD2-9D48-5BFE2AA37BA5}"/>
          </ac:spMkLst>
        </pc:spChg>
        <pc:spChg chg="add del mod">
          <ac:chgData name="Herzberg, Amir" userId="065951d4-4781-441f-ab30-2019f0b03826" providerId="ADAL" clId="{99EE3C25-D82A-4BBC-A178-97CC39158347}" dt="2020-01-29T14:58:05.507" v="3503"/>
          <ac:spMkLst>
            <pc:docMk/>
            <pc:sldMk cId="2655964397" sldId="547"/>
            <ac:spMk id="48" creationId="{BD16A161-88BE-4FCF-B780-0F2041E699E1}"/>
          </ac:spMkLst>
        </pc:spChg>
        <pc:spChg chg="add 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49" creationId="{193472D7-55F4-401E-8386-FF9371995BD6}"/>
          </ac:spMkLst>
        </pc:spChg>
        <pc:spChg chg="add mod">
          <ac:chgData name="Herzberg, Amir" userId="065951d4-4781-441f-ab30-2019f0b03826" providerId="ADAL" clId="{99EE3C25-D82A-4BBC-A178-97CC39158347}" dt="2020-02-08T00:39:26.603" v="4921" actId="1076"/>
          <ac:spMkLst>
            <pc:docMk/>
            <pc:sldMk cId="2655964397" sldId="547"/>
            <ac:spMk id="53" creationId="{EA8B8E57-496E-4F1F-B305-EF68663B0416}"/>
          </ac:spMkLst>
        </pc:spChg>
        <pc:spChg chg="mod">
          <ac:chgData name="Herzberg, Amir" userId="065951d4-4781-441f-ab30-2019f0b03826" providerId="ADAL" clId="{99EE3C25-D82A-4BBC-A178-97CC39158347}" dt="2020-02-08T01:32:53.922" v="7205" actId="6549"/>
          <ac:spMkLst>
            <pc:docMk/>
            <pc:sldMk cId="2655964397" sldId="547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0:30:04.165" v="4801" actId="20577"/>
          <ac:spMkLst>
            <pc:docMk/>
            <pc:sldMk cId="2655964397" sldId="547"/>
            <ac:spMk id="87044" creationId="{00000000-0000-0000-0000-000000000000}"/>
          </ac:spMkLst>
        </pc:spChg>
        <pc:grpChg chg="add del mod">
          <ac:chgData name="Herzberg, Amir" userId="065951d4-4781-441f-ab30-2019f0b03826" providerId="ADAL" clId="{99EE3C25-D82A-4BBC-A178-97CC39158347}" dt="2020-02-08T00:34:57.569" v="4882" actId="165"/>
          <ac:grpSpMkLst>
            <pc:docMk/>
            <pc:sldMk cId="2655964397" sldId="547"/>
            <ac:grpSpMk id="38" creationId="{3EE65D63-9D6E-4E63-A5DA-BC5CC8A9B023}"/>
          </ac:grpSpMkLst>
        </pc:grpChg>
        <pc:picChg chg="mod">
          <ac:chgData name="Herzberg, Amir" userId="065951d4-4781-441f-ab30-2019f0b03826" providerId="ADAL" clId="{99EE3C25-D82A-4BBC-A178-97CC39158347}" dt="2020-02-08T00:38:19.110" v="4913" actId="1036"/>
          <ac:picMkLst>
            <pc:docMk/>
            <pc:sldMk cId="2655964397" sldId="547"/>
            <ac:picMk id="4" creationId="{068C1760-2C53-44B8-84B1-5A6AE1588B83}"/>
          </ac:picMkLst>
        </pc:picChg>
        <pc:picChg chg="add del mod">
          <ac:chgData name="Herzberg, Amir" userId="065951d4-4781-441f-ab30-2019f0b03826" providerId="ADAL" clId="{99EE3C25-D82A-4BBC-A178-97CC39158347}" dt="2020-01-29T15:01:56.936" v="3654" actId="478"/>
          <ac:picMkLst>
            <pc:docMk/>
            <pc:sldMk cId="2655964397" sldId="547"/>
            <ac:picMk id="5" creationId="{49AFA26C-31F5-4C48-8B54-80161E3E9AEF}"/>
          </ac:picMkLst>
        </pc:picChg>
        <pc:picChg chg="del mod">
          <ac:chgData name="Herzberg, Amir" userId="065951d4-4781-441f-ab30-2019f0b03826" providerId="ADAL" clId="{99EE3C25-D82A-4BBC-A178-97CC39158347}" dt="2020-01-29T14:56:37.079" v="3481" actId="478"/>
          <ac:picMkLst>
            <pc:docMk/>
            <pc:sldMk cId="2655964397" sldId="547"/>
            <ac:picMk id="7" creationId="{76495708-801A-4D16-8C02-F14D536AF17F}"/>
          </ac:picMkLst>
        </pc:picChg>
        <pc:picChg chg="add mod">
          <ac:chgData name="Herzberg, Amir" userId="065951d4-4781-441f-ab30-2019f0b03826" providerId="ADAL" clId="{99EE3C25-D82A-4BBC-A178-97CC39158347}" dt="2020-02-08T00:38:19.110" v="4913" actId="1036"/>
          <ac:picMkLst>
            <pc:docMk/>
            <pc:sldMk cId="2655964397" sldId="547"/>
            <ac:picMk id="17" creationId="{6E90C856-9E3C-4F26-A3EF-28742AC84716}"/>
          </ac:picMkLst>
        </pc:picChg>
        <pc:picChg chg="del">
          <ac:chgData name="Herzberg, Amir" userId="065951d4-4781-441f-ab30-2019f0b03826" providerId="ADAL" clId="{99EE3C25-D82A-4BBC-A178-97CC39158347}" dt="2020-01-29T14:40:21.230" v="3347" actId="478"/>
          <ac:picMkLst>
            <pc:docMk/>
            <pc:sldMk cId="2655964397" sldId="547"/>
            <ac:picMk id="21" creationId="{D5CD4CFC-8971-411F-9EB3-F2B4542FC43E}"/>
          </ac:picMkLst>
        </pc:picChg>
        <pc:picChg chg="add del mod topLvl">
          <ac:chgData name="Herzberg, Amir" userId="065951d4-4781-441f-ab30-2019f0b03826" providerId="ADAL" clId="{99EE3C25-D82A-4BBC-A178-97CC39158347}" dt="2020-02-08T00:36:59.569" v="4892" actId="478"/>
          <ac:picMkLst>
            <pc:docMk/>
            <pc:sldMk cId="2655964397" sldId="547"/>
            <ac:picMk id="23" creationId="{715CFFD2-74D1-4414-A199-8873B221A69B}"/>
          </ac:picMkLst>
        </pc:picChg>
        <pc:picChg chg="add del mod">
          <ac:chgData name="Herzberg, Amir" userId="065951d4-4781-441f-ab30-2019f0b03826" providerId="ADAL" clId="{99EE3C25-D82A-4BBC-A178-97CC39158347}" dt="2020-01-29T14:51:18.431" v="3428" actId="478"/>
          <ac:picMkLst>
            <pc:docMk/>
            <pc:sldMk cId="2655964397" sldId="547"/>
            <ac:picMk id="33" creationId="{623E0C06-F60C-4C57-B7E3-CB1D56567E62}"/>
          </ac:picMkLst>
        </pc:picChg>
        <pc:cxnChg chg="mod topLvl">
          <ac:chgData name="Herzberg, Amir" userId="065951d4-4781-441f-ab30-2019f0b03826" providerId="ADAL" clId="{99EE3C25-D82A-4BBC-A178-97CC39158347}" dt="2020-02-08T00:38:19.110" v="4913" actId="1036"/>
          <ac:cxnSpMkLst>
            <pc:docMk/>
            <pc:sldMk cId="2655964397" sldId="547"/>
            <ac:cxnSpMk id="3" creationId="{20518B38-C752-4868-9866-5962B1AD4463}"/>
          </ac:cxnSpMkLst>
        </pc:cxnChg>
        <pc:cxnChg chg="add del mod">
          <ac:chgData name="Herzberg, Amir" userId="065951d4-4781-441f-ab30-2019f0b03826" providerId="ADAL" clId="{99EE3C25-D82A-4BBC-A178-97CC39158347}" dt="2020-01-29T15:01:56.936" v="3654" actId="478"/>
          <ac:cxnSpMkLst>
            <pc:docMk/>
            <pc:sldMk cId="2655964397" sldId="547"/>
            <ac:cxnSpMk id="8" creationId="{E9A6AA7A-D355-467F-82D1-1B1A5CB053EB}"/>
          </ac:cxnSpMkLst>
        </pc:cxnChg>
        <pc:cxnChg chg="del">
          <ac:chgData name="Herzberg, Amir" userId="065951d4-4781-441f-ab30-2019f0b03826" providerId="ADAL" clId="{99EE3C25-D82A-4BBC-A178-97CC39158347}" dt="2020-01-29T14:43:29.957" v="3358" actId="478"/>
          <ac:cxnSpMkLst>
            <pc:docMk/>
            <pc:sldMk cId="2655964397" sldId="547"/>
            <ac:cxnSpMk id="14" creationId="{BEE10EED-E1C9-4663-BDE2-5238317E67B8}"/>
          </ac:cxnSpMkLst>
        </pc:cxnChg>
        <pc:cxnChg chg="del mod">
          <ac:chgData name="Herzberg, Amir" userId="065951d4-4781-441f-ab30-2019f0b03826" providerId="ADAL" clId="{99EE3C25-D82A-4BBC-A178-97CC39158347}" dt="2020-01-29T14:40:21.230" v="3347" actId="478"/>
          <ac:cxnSpMkLst>
            <pc:docMk/>
            <pc:sldMk cId="2655964397" sldId="547"/>
            <ac:cxnSpMk id="18" creationId="{9E84267B-EF5E-4ECE-A6CE-32DF5E95D1CE}"/>
          </ac:cxnSpMkLst>
        </pc:cxnChg>
        <pc:cxnChg chg="mod">
          <ac:chgData name="Herzberg, Amir" userId="065951d4-4781-441f-ab30-2019f0b03826" providerId="ADAL" clId="{99EE3C25-D82A-4BBC-A178-97CC39158347}" dt="2020-02-08T00:38:51.836" v="4918" actId="14100"/>
          <ac:cxnSpMkLst>
            <pc:docMk/>
            <pc:sldMk cId="2655964397" sldId="547"/>
            <ac:cxnSpMk id="25" creationId="{68236AFB-E333-460F-A6D9-461226E62616}"/>
          </ac:cxnSpMkLst>
        </pc:cxnChg>
        <pc:cxnChg chg="del">
          <ac:chgData name="Herzberg, Amir" userId="065951d4-4781-441f-ab30-2019f0b03826" providerId="ADAL" clId="{99EE3C25-D82A-4BBC-A178-97CC39158347}" dt="2020-01-29T14:43:33.085" v="3359" actId="478"/>
          <ac:cxnSpMkLst>
            <pc:docMk/>
            <pc:sldMk cId="2655964397" sldId="547"/>
            <ac:cxnSpMk id="26" creationId="{29EC882C-A852-43A4-A02F-CEE59A90C25E}"/>
          </ac:cxnSpMkLst>
        </pc:cxnChg>
        <pc:cxnChg chg="mod">
          <ac:chgData name="Herzberg, Amir" userId="065951d4-4781-441f-ab30-2019f0b03826" providerId="ADAL" clId="{99EE3C25-D82A-4BBC-A178-97CC39158347}" dt="2020-02-08T00:38:48.547" v="4917" actId="14100"/>
          <ac:cxnSpMkLst>
            <pc:docMk/>
            <pc:sldMk cId="2655964397" sldId="547"/>
            <ac:cxnSpMk id="30" creationId="{BA683234-1738-4E98-9DF8-E2C4C4A154E3}"/>
          </ac:cxnSpMkLst>
        </pc:cxnChg>
        <pc:cxnChg chg="add mod">
          <ac:chgData name="Herzberg, Amir" userId="065951d4-4781-441f-ab30-2019f0b03826" providerId="ADAL" clId="{99EE3C25-D82A-4BBC-A178-97CC39158347}" dt="2020-02-08T00:38:32.843" v="4915" actId="14100"/>
          <ac:cxnSpMkLst>
            <pc:docMk/>
            <pc:sldMk cId="2655964397" sldId="547"/>
            <ac:cxnSpMk id="36" creationId="{8AF6B0F1-40B8-4465-809F-BF0A4F045880}"/>
          </ac:cxnSpMkLst>
        </pc:cxnChg>
        <pc:cxnChg chg="add del mod">
          <ac:chgData name="Herzberg, Amir" userId="065951d4-4781-441f-ab30-2019f0b03826" providerId="ADAL" clId="{99EE3C25-D82A-4BBC-A178-97CC39158347}" dt="2020-02-08T00:38:19.110" v="4913" actId="1036"/>
          <ac:cxnSpMkLst>
            <pc:docMk/>
            <pc:sldMk cId="2655964397" sldId="547"/>
            <ac:cxnSpMk id="41" creationId="{240C081E-786A-48F4-8E7C-B60F7BE1661E}"/>
          </ac:cxnSpMkLst>
        </pc:cxnChg>
        <pc:cxnChg chg="add mod">
          <ac:chgData name="Herzberg, Amir" userId="065951d4-4781-441f-ab30-2019f0b03826" providerId="ADAL" clId="{99EE3C25-D82A-4BBC-A178-97CC39158347}" dt="2020-02-08T00:38:19.110" v="4913" actId="1036"/>
          <ac:cxnSpMkLst>
            <pc:docMk/>
            <pc:sldMk cId="2655964397" sldId="547"/>
            <ac:cxnSpMk id="46" creationId="{FBD543FD-D568-4DED-85F3-321B9D264114}"/>
          </ac:cxnSpMkLst>
        </pc:cxnChg>
        <pc:cxnChg chg="add mod">
          <ac:chgData name="Herzberg, Amir" userId="065951d4-4781-441f-ab30-2019f0b03826" providerId="ADAL" clId="{99EE3C25-D82A-4BBC-A178-97CC39158347}" dt="2020-02-08T00:38:19.110" v="4913" actId="1036"/>
          <ac:cxnSpMkLst>
            <pc:docMk/>
            <pc:sldMk cId="2655964397" sldId="547"/>
            <ac:cxnSpMk id="51" creationId="{2F57B3EF-487C-4FEE-A878-1A323846FD1B}"/>
          </ac:cxnSpMkLst>
        </pc:cxnChg>
      </pc:sldChg>
      <pc:sldChg chg="add del">
        <pc:chgData name="Herzberg, Amir" userId="065951d4-4781-441f-ab30-2019f0b03826" providerId="ADAL" clId="{99EE3C25-D82A-4BBC-A178-97CC39158347}" dt="2020-02-08T01:38:03.814" v="7289" actId="47"/>
        <pc:sldMkLst>
          <pc:docMk/>
          <pc:sldMk cId="3007161696" sldId="548"/>
        </pc:sldMkLst>
      </pc:sldChg>
      <pc:sldChg chg="add del mod modShow">
        <pc:chgData name="Herzberg, Amir" userId="065951d4-4781-441f-ab30-2019f0b03826" providerId="ADAL" clId="{99EE3C25-D82A-4BBC-A178-97CC39158347}" dt="2020-02-08T01:46:45.915" v="7304" actId="47"/>
        <pc:sldMkLst>
          <pc:docMk/>
          <pc:sldMk cId="1206482721" sldId="549"/>
        </pc:sldMkLst>
      </pc:sldChg>
      <pc:sldChg chg="add del">
        <pc:chgData name="Herzberg, Amir" userId="065951d4-4781-441f-ab30-2019f0b03826" providerId="ADAL" clId="{99EE3C25-D82A-4BBC-A178-97CC39158347}" dt="2020-02-08T01:38:02.318" v="7288" actId="47"/>
        <pc:sldMkLst>
          <pc:docMk/>
          <pc:sldMk cId="3271436284" sldId="550"/>
        </pc:sldMkLst>
      </pc:sldChg>
      <pc:sldChg chg="addSp delSp modSp add mod modAnim">
        <pc:chgData name="Herzberg, Amir" userId="065951d4-4781-441f-ab30-2019f0b03826" providerId="ADAL" clId="{99EE3C25-D82A-4BBC-A178-97CC39158347}" dt="2020-02-08T01:07:51.521" v="6211" actId="20577"/>
        <pc:sldMkLst>
          <pc:docMk/>
          <pc:sldMk cId="2558632366" sldId="551"/>
        </pc:sldMkLst>
        <pc:spChg chg="add mod">
          <ac:chgData name="Herzberg, Amir" userId="065951d4-4781-441f-ab30-2019f0b03826" providerId="ADAL" clId="{99EE3C25-D82A-4BBC-A178-97CC39158347}" dt="2020-02-08T00:55:48.490" v="5748" actId="14100"/>
          <ac:spMkLst>
            <pc:docMk/>
            <pc:sldMk cId="2558632366" sldId="551"/>
            <ac:spMk id="5" creationId="{AA971D85-F717-401C-8D12-C8C1B3C04839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9" creationId="{E8999B0D-D01C-4EC9-8FD2-2C1183F24CD5}"/>
          </ac:spMkLst>
        </pc:spChg>
        <pc:spChg chg="del">
          <ac:chgData name="Herzberg, Amir" userId="065951d4-4781-441f-ab30-2019f0b03826" providerId="ADAL" clId="{99EE3C25-D82A-4BBC-A178-97CC39158347}" dt="2020-02-08T00:53:57.650" v="5713" actId="478"/>
          <ac:spMkLst>
            <pc:docMk/>
            <pc:sldMk cId="2558632366" sldId="551"/>
            <ac:spMk id="18" creationId="{A9FDD9C3-F6B2-4AB6-8232-0DF3A34909F0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24" creationId="{C0F8CB2B-7920-4E38-B7F3-F3BA23DFCA42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31" creationId="{6CF8123B-B771-45D3-949C-891EB6FF511F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35" creationId="{63A3B07B-E30E-404A-A5AF-E8CF730C14F7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37" creationId="{28E7BDDD-3523-42C8-ABA2-D966F0A5B00C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3" creationId="{A8D370C7-1344-430B-8CC1-AD16C95D2178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4" creationId="{0D33B1C8-BA2A-4138-A154-959BBA378052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5" creationId="{CEA9C6A2-DB12-44B8-AB17-0DEFA312D5DE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7" creationId="{93B7415D-16B4-4DD2-9D48-5BFE2AA37BA5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9" creationId="{193472D7-55F4-401E-8386-FF9371995BD6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53" creationId="{EA8B8E57-496E-4F1F-B305-EF68663B0416}"/>
          </ac:spMkLst>
        </pc:spChg>
        <pc:spChg chg="mod">
          <ac:chgData name="Herzberg, Amir" userId="065951d4-4781-441f-ab30-2019f0b03826" providerId="ADAL" clId="{99EE3C25-D82A-4BBC-A178-97CC39158347}" dt="2020-02-08T01:06:44.009" v="6155" actId="20577"/>
          <ac:spMkLst>
            <pc:docMk/>
            <pc:sldMk cId="2558632366" sldId="551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1:07:51.521" v="6211" actId="20577"/>
          <ac:spMkLst>
            <pc:docMk/>
            <pc:sldMk cId="2558632366" sldId="551"/>
            <ac:spMk id="87044" creationId="{00000000-0000-0000-0000-000000000000}"/>
          </ac:spMkLst>
        </pc:spChg>
        <pc:picChg chg="mod">
          <ac:chgData name="Herzberg, Amir" userId="065951d4-4781-441f-ab30-2019f0b03826" providerId="ADAL" clId="{99EE3C25-D82A-4BBC-A178-97CC39158347}" dt="2020-02-08T00:49:45.486" v="5685" actId="1035"/>
          <ac:picMkLst>
            <pc:docMk/>
            <pc:sldMk cId="2558632366" sldId="551"/>
            <ac:picMk id="4" creationId="{068C1760-2C53-44B8-84B1-5A6AE1588B83}"/>
          </ac:picMkLst>
        </pc:picChg>
        <pc:picChg chg="mod">
          <ac:chgData name="Herzberg, Amir" userId="065951d4-4781-441f-ab30-2019f0b03826" providerId="ADAL" clId="{99EE3C25-D82A-4BBC-A178-97CC39158347}" dt="2020-02-08T00:49:45.486" v="5685" actId="1035"/>
          <ac:picMkLst>
            <pc:docMk/>
            <pc:sldMk cId="2558632366" sldId="551"/>
            <ac:picMk id="17" creationId="{6E90C856-9E3C-4F26-A3EF-28742AC84716}"/>
          </ac:picMkLst>
        </pc:pic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3" creationId="{20518B38-C752-4868-9866-5962B1AD4463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25" creationId="{68236AFB-E333-460F-A6D9-461226E62616}"/>
          </ac:cxnSpMkLst>
        </pc:cxnChg>
        <pc:cxnChg chg="add del mod">
          <ac:chgData name="Herzberg, Amir" userId="065951d4-4781-441f-ab30-2019f0b03826" providerId="ADAL" clId="{99EE3C25-D82A-4BBC-A178-97CC39158347}" dt="2020-02-08T00:54:48.015" v="5714" actId="478"/>
          <ac:cxnSpMkLst>
            <pc:docMk/>
            <pc:sldMk cId="2558632366" sldId="551"/>
            <ac:cxnSpMk id="26" creationId="{EB27177A-5050-480E-9D72-42067ABA6646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30" creationId="{BA683234-1738-4E98-9DF8-E2C4C4A154E3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36" creationId="{8AF6B0F1-40B8-4465-809F-BF0A4F045880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41" creationId="{240C081E-786A-48F4-8E7C-B60F7BE1661E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46" creationId="{FBD543FD-D568-4DED-85F3-321B9D264114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51" creationId="{2F57B3EF-487C-4FEE-A878-1A323846FD1B}"/>
          </ac:cxnSpMkLst>
        </pc:cxnChg>
      </pc:sldChg>
      <pc:sldChg chg="modSp add mod ord modAnim">
        <pc:chgData name="Herzberg, Amir" userId="065951d4-4781-441f-ab30-2019f0b03826" providerId="ADAL" clId="{99EE3C25-D82A-4BBC-A178-97CC39158347}" dt="2020-02-08T01:46:02.632" v="7302" actId="113"/>
        <pc:sldMkLst>
          <pc:docMk/>
          <pc:sldMk cId="1491586914" sldId="552"/>
        </pc:sldMkLst>
        <pc:spChg chg="mod">
          <ac:chgData name="Herzberg, Amir" userId="065951d4-4781-441f-ab30-2019f0b03826" providerId="ADAL" clId="{99EE3C25-D82A-4BBC-A178-97CC39158347}" dt="2020-02-08T01:03:44.912" v="6092" actId="1076"/>
          <ac:spMkLst>
            <pc:docMk/>
            <pc:sldMk cId="1491586914" sldId="552"/>
            <ac:spMk id="9" creationId="{E8999B0D-D01C-4EC9-8FD2-2C1183F24CD5}"/>
          </ac:spMkLst>
        </pc:spChg>
        <pc:spChg chg="mod">
          <ac:chgData name="Herzberg, Amir" userId="065951d4-4781-441f-ab30-2019f0b03826" providerId="ADAL" clId="{99EE3C25-D82A-4BBC-A178-97CC39158347}" dt="2020-02-08T01:06:27.251" v="6149" actId="207"/>
          <ac:spMkLst>
            <pc:docMk/>
            <pc:sldMk cId="1491586914" sldId="552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1:46:02.632" v="7302" actId="113"/>
          <ac:spMkLst>
            <pc:docMk/>
            <pc:sldMk cId="1491586914" sldId="552"/>
            <ac:spMk id="87044" creationId="{00000000-0000-0000-0000-000000000000}"/>
          </ac:spMkLst>
        </pc:spChg>
        <pc:cxnChg chg="mod">
          <ac:chgData name="Herzberg, Amir" userId="065951d4-4781-441f-ab30-2019f0b03826" providerId="ADAL" clId="{99EE3C25-D82A-4BBC-A178-97CC39158347}" dt="2020-02-08T01:03:44.912" v="6092" actId="1076"/>
          <ac:cxnSpMkLst>
            <pc:docMk/>
            <pc:sldMk cId="1491586914" sldId="552"/>
            <ac:cxnSpMk id="25" creationId="{68236AFB-E333-460F-A6D9-461226E62616}"/>
          </ac:cxnSpMkLst>
        </pc:cxnChg>
        <pc:cxnChg chg="mod">
          <ac:chgData name="Herzberg, Amir" userId="065951d4-4781-441f-ab30-2019f0b03826" providerId="ADAL" clId="{99EE3C25-D82A-4BBC-A178-97CC39158347}" dt="2020-02-08T01:03:44.912" v="6092" actId="1076"/>
          <ac:cxnSpMkLst>
            <pc:docMk/>
            <pc:sldMk cId="1491586914" sldId="552"/>
            <ac:cxnSpMk id="30" creationId="{BA683234-1738-4E98-9DF8-E2C4C4A154E3}"/>
          </ac:cxnSpMkLst>
        </pc:cxnChg>
      </pc:sldChg>
      <pc:sldChg chg="addSp modSp add mod modAnim">
        <pc:chgData name="Herzberg, Amir" userId="065951d4-4781-441f-ab30-2019f0b03826" providerId="ADAL" clId="{99EE3C25-D82A-4BBC-A178-97CC39158347}" dt="2020-02-08T01:21:24.531" v="6627" actId="20577"/>
        <pc:sldMkLst>
          <pc:docMk/>
          <pc:sldMk cId="98738920" sldId="553"/>
        </pc:sldMkLst>
        <pc:spChg chg="mod">
          <ac:chgData name="Herzberg, Amir" userId="065951d4-4781-441f-ab30-2019f0b03826" providerId="ADAL" clId="{99EE3C25-D82A-4BBC-A178-97CC39158347}" dt="2020-02-08T01:14:47.314" v="6484" actId="14100"/>
          <ac:spMkLst>
            <pc:docMk/>
            <pc:sldMk cId="98738920" sldId="553"/>
            <ac:spMk id="5" creationId="{AA971D85-F717-401C-8D12-C8C1B3C04839}"/>
          </ac:spMkLst>
        </pc:spChg>
        <pc:spChg chg="mod">
          <ac:chgData name="Herzberg, Amir" userId="065951d4-4781-441f-ab30-2019f0b03826" providerId="ADAL" clId="{99EE3C25-D82A-4BBC-A178-97CC39158347}" dt="2020-02-08T01:12:32.168" v="6461" actId="1076"/>
          <ac:spMkLst>
            <pc:docMk/>
            <pc:sldMk cId="98738920" sldId="553"/>
            <ac:spMk id="9" creationId="{E8999B0D-D01C-4EC9-8FD2-2C1183F24CD5}"/>
          </ac:spMkLst>
        </pc:spChg>
        <pc:spChg chg="add mod">
          <ac:chgData name="Herzberg, Amir" userId="065951d4-4781-441f-ab30-2019f0b03826" providerId="ADAL" clId="{99EE3C25-D82A-4BBC-A178-97CC39158347}" dt="2020-02-08T01:18:42.199" v="6580" actId="14100"/>
          <ac:spMkLst>
            <pc:docMk/>
            <pc:sldMk cId="98738920" sldId="553"/>
            <ac:spMk id="10" creationId="{A4F3FE8E-BEF3-408D-AA12-6902612FA99E}"/>
          </ac:spMkLst>
        </pc:spChg>
        <pc:spChg chg="mod">
          <ac:chgData name="Herzberg, Amir" userId="065951d4-4781-441f-ab30-2019f0b03826" providerId="ADAL" clId="{99EE3C25-D82A-4BBC-A178-97CC39158347}" dt="2020-02-08T01:14:24.266" v="6472" actId="1076"/>
          <ac:spMkLst>
            <pc:docMk/>
            <pc:sldMk cId="98738920" sldId="553"/>
            <ac:spMk id="31" creationId="{6CF8123B-B771-45D3-949C-891EB6FF511F}"/>
          </ac:spMkLst>
        </pc:spChg>
        <pc:spChg chg="mod">
          <ac:chgData name="Herzberg, Amir" userId="065951d4-4781-441f-ab30-2019f0b03826" providerId="ADAL" clId="{99EE3C25-D82A-4BBC-A178-97CC39158347}" dt="2020-02-08T01:14:40.295" v="6482" actId="313"/>
          <ac:spMkLst>
            <pc:docMk/>
            <pc:sldMk cId="98738920" sldId="553"/>
            <ac:spMk id="53" creationId="{EA8B8E57-496E-4F1F-B305-EF68663B0416}"/>
          </ac:spMkLst>
        </pc:spChg>
        <pc:spChg chg="mod">
          <ac:chgData name="Herzberg, Amir" userId="065951d4-4781-441f-ab30-2019f0b03826" providerId="ADAL" clId="{99EE3C25-D82A-4BBC-A178-97CC39158347}" dt="2020-02-08T01:21:24.531" v="6627" actId="20577"/>
          <ac:spMkLst>
            <pc:docMk/>
            <pc:sldMk cId="98738920" sldId="553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1:11:50.825" v="6456" actId="20577"/>
          <ac:spMkLst>
            <pc:docMk/>
            <pc:sldMk cId="98738920" sldId="553"/>
            <ac:spMk id="87044" creationId="{00000000-0000-0000-0000-000000000000}"/>
          </ac:spMkLst>
        </pc:spChg>
        <pc:cxnChg chg="mod">
          <ac:chgData name="Herzberg, Amir" userId="065951d4-4781-441f-ab30-2019f0b03826" providerId="ADAL" clId="{99EE3C25-D82A-4BBC-A178-97CC39158347}" dt="2020-02-08T01:12:32.168" v="6461" actId="1076"/>
          <ac:cxnSpMkLst>
            <pc:docMk/>
            <pc:sldMk cId="98738920" sldId="553"/>
            <ac:cxnSpMk id="25" creationId="{68236AFB-E333-460F-A6D9-461226E62616}"/>
          </ac:cxnSpMkLst>
        </pc:cxnChg>
        <pc:cxnChg chg="mod">
          <ac:chgData name="Herzberg, Amir" userId="065951d4-4781-441f-ab30-2019f0b03826" providerId="ADAL" clId="{99EE3C25-D82A-4BBC-A178-97CC39158347}" dt="2020-02-08T01:12:32.168" v="6461" actId="1076"/>
          <ac:cxnSpMkLst>
            <pc:docMk/>
            <pc:sldMk cId="98738920" sldId="553"/>
            <ac:cxnSpMk id="30" creationId="{BA683234-1738-4E98-9DF8-E2C4C4A154E3}"/>
          </ac:cxnSpMkLst>
        </pc:cxnChg>
      </pc:sldChg>
      <pc:sldChg chg="addSp delSp modSp add mod ord addAnim delAnim modAnim">
        <pc:chgData name="Herzberg, Amir" userId="065951d4-4781-441f-ab30-2019f0b03826" providerId="ADAL" clId="{99EE3C25-D82A-4BBC-A178-97CC39158347}" dt="2020-02-12T20:28:12.723" v="8086" actId="5793"/>
        <pc:sldMkLst>
          <pc:docMk/>
          <pc:sldMk cId="4283803182" sldId="554"/>
        </pc:sldMkLst>
        <pc:spChg chg="del">
          <ac:chgData name="Herzberg, Amir" userId="065951d4-4781-441f-ab30-2019f0b03826" providerId="ADAL" clId="{99EE3C25-D82A-4BBC-A178-97CC39158347}" dt="2020-02-08T01:28:48.280" v="7049" actId="478"/>
          <ac:spMkLst>
            <pc:docMk/>
            <pc:sldMk cId="4283803182" sldId="554"/>
            <ac:spMk id="5" creationId="{AA971D85-F717-401C-8D12-C8C1B3C04839}"/>
          </ac:spMkLst>
        </pc:spChg>
        <pc:spChg chg="add del mod">
          <ac:chgData name="Herzberg, Amir" userId="065951d4-4781-441f-ab30-2019f0b03826" providerId="ADAL" clId="{99EE3C25-D82A-4BBC-A178-97CC39158347}" dt="2020-02-08T01:37:09.764" v="7282" actId="478"/>
          <ac:spMkLst>
            <pc:docMk/>
            <pc:sldMk cId="4283803182" sldId="554"/>
            <ac:spMk id="9" creationId="{E8999B0D-D01C-4EC9-8FD2-2C1183F24CD5}"/>
          </ac:spMkLst>
        </pc:spChg>
        <pc:spChg chg="mod">
          <ac:chgData name="Herzberg, Amir" userId="065951d4-4781-441f-ab30-2019f0b03826" providerId="ADAL" clId="{99EE3C25-D82A-4BBC-A178-97CC39158347}" dt="2020-02-08T01:27:20.618" v="7025" actId="14100"/>
          <ac:spMkLst>
            <pc:docMk/>
            <pc:sldMk cId="4283803182" sldId="554"/>
            <ac:spMk id="24" creationId="{C0F8CB2B-7920-4E38-B7F3-F3BA23DFCA42}"/>
          </ac:spMkLst>
        </pc:spChg>
        <pc:spChg chg="add del mod">
          <ac:chgData name="Herzberg, Amir" userId="065951d4-4781-441f-ab30-2019f0b03826" providerId="ADAL" clId="{99EE3C25-D82A-4BBC-A178-97CC39158347}" dt="2020-02-08T01:37:08.404" v="7281" actId="478"/>
          <ac:spMkLst>
            <pc:docMk/>
            <pc:sldMk cId="4283803182" sldId="554"/>
            <ac:spMk id="31" creationId="{6CF8123B-B771-45D3-949C-891EB6FF511F}"/>
          </ac:spMkLst>
        </pc:spChg>
        <pc:spChg chg="mod">
          <ac:chgData name="Herzberg, Amir" userId="065951d4-4781-441f-ab30-2019f0b03826" providerId="ADAL" clId="{99EE3C25-D82A-4BBC-A178-97CC39158347}" dt="2020-02-08T01:27:24.457" v="7026" actId="1076"/>
          <ac:spMkLst>
            <pc:docMk/>
            <pc:sldMk cId="4283803182" sldId="554"/>
            <ac:spMk id="45" creationId="{CEA9C6A2-DB12-44B8-AB17-0DEFA312D5DE}"/>
          </ac:spMkLst>
        </pc:spChg>
        <pc:spChg chg="mod">
          <ac:chgData name="Herzberg, Amir" userId="065951d4-4781-441f-ab30-2019f0b03826" providerId="ADAL" clId="{99EE3C25-D82A-4BBC-A178-97CC39158347}" dt="2020-02-08T01:27:37.281" v="7031" actId="14100"/>
          <ac:spMkLst>
            <pc:docMk/>
            <pc:sldMk cId="4283803182" sldId="554"/>
            <ac:spMk id="47" creationId="{93B7415D-16B4-4DD2-9D48-5BFE2AA37BA5}"/>
          </ac:spMkLst>
        </pc:spChg>
        <pc:spChg chg="mod">
          <ac:chgData name="Herzberg, Amir" userId="065951d4-4781-441f-ab30-2019f0b03826" providerId="ADAL" clId="{99EE3C25-D82A-4BBC-A178-97CC39158347}" dt="2020-02-08T01:27:33.687" v="7030" actId="20577"/>
          <ac:spMkLst>
            <pc:docMk/>
            <pc:sldMk cId="4283803182" sldId="554"/>
            <ac:spMk id="49" creationId="{193472D7-55F4-401E-8386-FF9371995BD6}"/>
          </ac:spMkLst>
        </pc:spChg>
        <pc:spChg chg="add del mod">
          <ac:chgData name="Herzberg, Amir" userId="065951d4-4781-441f-ab30-2019f0b03826" providerId="ADAL" clId="{99EE3C25-D82A-4BBC-A178-97CC39158347}" dt="2020-02-08T01:37:07.366" v="7280" actId="478"/>
          <ac:spMkLst>
            <pc:docMk/>
            <pc:sldMk cId="4283803182" sldId="554"/>
            <ac:spMk id="53" creationId="{EA8B8E57-496E-4F1F-B305-EF68663B0416}"/>
          </ac:spMkLst>
        </pc:spChg>
        <pc:spChg chg="mod">
          <ac:chgData name="Herzberg, Amir" userId="065951d4-4781-441f-ab30-2019f0b03826" providerId="ADAL" clId="{99EE3C25-D82A-4BBC-A178-97CC39158347}" dt="2020-02-08T01:22:05.015" v="6657" actId="6549"/>
          <ac:spMkLst>
            <pc:docMk/>
            <pc:sldMk cId="4283803182" sldId="554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12T20:28:12.723" v="8086" actId="5793"/>
          <ac:spMkLst>
            <pc:docMk/>
            <pc:sldMk cId="4283803182" sldId="554"/>
            <ac:spMk id="87044" creationId="{00000000-0000-0000-0000-000000000000}"/>
          </ac:spMkLst>
        </pc:spChg>
        <pc:cxnChg chg="mod">
          <ac:chgData name="Herzberg, Amir" userId="065951d4-4781-441f-ab30-2019f0b03826" providerId="ADAL" clId="{99EE3C25-D82A-4BBC-A178-97CC39158347}" dt="2020-02-08T01:37:09.764" v="7282" actId="478"/>
          <ac:cxnSpMkLst>
            <pc:docMk/>
            <pc:sldMk cId="4283803182" sldId="554"/>
            <ac:cxnSpMk id="25" creationId="{68236AFB-E333-460F-A6D9-461226E62616}"/>
          </ac:cxnSpMkLst>
        </pc:cxnChg>
        <pc:cxnChg chg="mod">
          <ac:chgData name="Herzberg, Amir" userId="065951d4-4781-441f-ab30-2019f0b03826" providerId="ADAL" clId="{99EE3C25-D82A-4BBC-A178-97CC39158347}" dt="2020-02-08T01:37:09.764" v="7282" actId="478"/>
          <ac:cxnSpMkLst>
            <pc:docMk/>
            <pc:sldMk cId="4283803182" sldId="554"/>
            <ac:cxnSpMk id="30" creationId="{BA683234-1738-4E98-9DF8-E2C4C4A154E3}"/>
          </ac:cxnSpMkLst>
        </pc:cxnChg>
      </pc:sldChg>
      <pc:sldChg chg="modSp add mod modAnim">
        <pc:chgData name="Herzberg, Amir" userId="065951d4-4781-441f-ab30-2019f0b03826" providerId="ADAL" clId="{99EE3C25-D82A-4BBC-A178-97CC39158347}" dt="2020-02-08T01:37:42.237" v="7287" actId="207"/>
        <pc:sldMkLst>
          <pc:docMk/>
          <pc:sldMk cId="338260514" sldId="555"/>
        </pc:sldMkLst>
        <pc:spChg chg="mod">
          <ac:chgData name="Herzberg, Amir" userId="065951d4-4781-441f-ab30-2019f0b03826" providerId="ADAL" clId="{99EE3C25-D82A-4BBC-A178-97CC39158347}" dt="2020-02-08T01:37:42.237" v="7287" actId="207"/>
          <ac:spMkLst>
            <pc:docMk/>
            <pc:sldMk cId="338260514" sldId="555"/>
            <ac:spMk id="87043" creationId="{00000000-0000-0000-0000-000000000000}"/>
          </ac:spMkLst>
        </pc:spChg>
      </pc:sldChg>
      <pc:sldChg chg="modSp add mod modAnim">
        <pc:chgData name="Herzberg, Amir" userId="065951d4-4781-441f-ab30-2019f0b03826" providerId="ADAL" clId="{99EE3C25-D82A-4BBC-A178-97CC39158347}" dt="2020-02-08T02:00:03.044" v="7734"/>
        <pc:sldMkLst>
          <pc:docMk/>
          <pc:sldMk cId="2603816425" sldId="556"/>
        </pc:sldMkLst>
        <pc:spChg chg="mod">
          <ac:chgData name="Herzberg, Amir" userId="065951d4-4781-441f-ab30-2019f0b03826" providerId="ADAL" clId="{99EE3C25-D82A-4BBC-A178-97CC39158347}" dt="2020-02-08T01:58:11.864" v="7648" actId="20577"/>
          <ac:spMkLst>
            <pc:docMk/>
            <pc:sldMk cId="2603816425" sldId="556"/>
            <ac:spMk id="9" creationId="{E8999B0D-D01C-4EC9-8FD2-2C1183F24CD5}"/>
          </ac:spMkLst>
        </pc:spChg>
        <pc:spChg chg="mod">
          <ac:chgData name="Herzberg, Amir" userId="065951d4-4781-441f-ab30-2019f0b03826" providerId="ADAL" clId="{99EE3C25-D82A-4BBC-A178-97CC39158347}" dt="2020-02-08T01:48:17.909" v="7355" actId="113"/>
          <ac:spMkLst>
            <pc:docMk/>
            <pc:sldMk cId="2603816425" sldId="556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1:59:11.660" v="7726" actId="207"/>
          <ac:spMkLst>
            <pc:docMk/>
            <pc:sldMk cId="2603816425" sldId="556"/>
            <ac:spMk id="87044" creationId="{00000000-0000-0000-0000-000000000000}"/>
          </ac:spMkLst>
        </pc:spChg>
        <pc:cxnChg chg="mod">
          <ac:chgData name="Herzberg, Amir" userId="065951d4-4781-441f-ab30-2019f0b03826" providerId="ADAL" clId="{99EE3C25-D82A-4BBC-A178-97CC39158347}" dt="2020-02-08T01:58:11.864" v="7648" actId="20577"/>
          <ac:cxnSpMkLst>
            <pc:docMk/>
            <pc:sldMk cId="2603816425" sldId="556"/>
            <ac:cxnSpMk id="25" creationId="{68236AFB-E333-460F-A6D9-461226E62616}"/>
          </ac:cxnSpMkLst>
        </pc:cxnChg>
        <pc:cxnChg chg="mod">
          <ac:chgData name="Herzberg, Amir" userId="065951d4-4781-441f-ab30-2019f0b03826" providerId="ADAL" clId="{99EE3C25-D82A-4BBC-A178-97CC39158347}" dt="2020-02-08T01:58:11.864" v="7648" actId="20577"/>
          <ac:cxnSpMkLst>
            <pc:docMk/>
            <pc:sldMk cId="2603816425" sldId="556"/>
            <ac:cxnSpMk id="30" creationId="{BA683234-1738-4E98-9DF8-E2C4C4A154E3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64A9034-E442-4774-BE1E-01D619394C8E}" type="datetimeFigureOut">
              <a:rPr lang="he-IL" smtClean="0"/>
              <a:t>י"ח.אלול.תשפ"ו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2"/>
          </p:nvPr>
        </p:nvSpPr>
        <p:spPr>
          <a:xfrm>
            <a:off x="4024313" y="9720263"/>
            <a:ext cx="3078162" cy="51276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3"/>
          </p:nvPr>
        </p:nvSpPr>
        <p:spPr>
          <a:xfrm>
            <a:off x="1588" y="9720263"/>
            <a:ext cx="3078162" cy="51276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A004569C-9AB5-4BE9-8C91-98682C2735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42376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1"/>
          <p:cNvSpPr>
            <a:spLocks noChangeArrowheads="1"/>
          </p:cNvSpPr>
          <p:nvPr/>
        </p:nvSpPr>
        <p:spPr bwMode="auto">
          <a:xfrm>
            <a:off x="0" y="0"/>
            <a:ext cx="7102475" cy="102330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16387" name="AutoShape 2"/>
          <p:cNvSpPr>
            <a:spLocks noChangeArrowheads="1"/>
          </p:cNvSpPr>
          <p:nvPr/>
        </p:nvSpPr>
        <p:spPr bwMode="auto">
          <a:xfrm>
            <a:off x="0" y="0"/>
            <a:ext cx="7102475" cy="102330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16388" name="AutoShape 3"/>
          <p:cNvSpPr>
            <a:spLocks noChangeArrowheads="1"/>
          </p:cNvSpPr>
          <p:nvPr/>
        </p:nvSpPr>
        <p:spPr bwMode="auto">
          <a:xfrm>
            <a:off x="0" y="0"/>
            <a:ext cx="7102475" cy="102330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16389" name="AutoShape 4"/>
          <p:cNvSpPr>
            <a:spLocks noChangeArrowheads="1"/>
          </p:cNvSpPr>
          <p:nvPr/>
        </p:nvSpPr>
        <p:spPr bwMode="auto">
          <a:xfrm>
            <a:off x="0" y="0"/>
            <a:ext cx="7102475" cy="102330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71883" cy="50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buClrTx/>
              <a:buSzPct val="4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30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/>
          </p:nvPr>
        </p:nvSpPr>
        <p:spPr bwMode="auto">
          <a:xfrm>
            <a:off x="4022886" y="0"/>
            <a:ext cx="3071883" cy="50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buClrTx/>
              <a:buSzPct val="4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30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16392" name="Rectangle 7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95363" y="768350"/>
            <a:ext cx="5105400" cy="38290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4104" name="Rectangle 8"/>
          <p:cNvSpPr>
            <a:spLocks noGrp="1" noChangeArrowheads="1"/>
          </p:cNvSpPr>
          <p:nvPr>
            <p:ph type="body"/>
          </p:nvPr>
        </p:nvSpPr>
        <p:spPr bwMode="auto">
          <a:xfrm>
            <a:off x="710557" y="4859334"/>
            <a:ext cx="5675198" cy="4598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he-IL" noProof="0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ftr"/>
          </p:nvPr>
        </p:nvSpPr>
        <p:spPr bwMode="auto">
          <a:xfrm>
            <a:off x="0" y="9720359"/>
            <a:ext cx="3071883" cy="50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buClrTx/>
              <a:buSzPct val="4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30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/>
          </p:nvPr>
        </p:nvSpPr>
        <p:spPr bwMode="auto">
          <a:xfrm>
            <a:off x="4022886" y="9720359"/>
            <a:ext cx="3071883" cy="50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buClrTx/>
              <a:buSzPct val="4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300" smtClean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fld id="{3167B783-FB48-4095-873E-7FBACA58F668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65178453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F01017-ADF1-4404-92FB-B874094C14F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20483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6602AA8-6C3A-4C79-8348-42090A0B978C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</a:t>
            </a:fld>
            <a:endParaRPr lang="en-US" altLang="he-IL" sz="1300"/>
          </a:p>
        </p:txBody>
      </p:sp>
      <p:sp>
        <p:nvSpPr>
          <p:cNvPr id="2048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578449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2253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8E76B761-ADF7-4422-ABDD-C5CA69B4357F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4</a:t>
            </a:fld>
            <a:endParaRPr lang="en-US" altLang="he-IL" sz="1300"/>
          </a:p>
        </p:txBody>
      </p:sp>
      <p:sp>
        <p:nvSpPr>
          <p:cNvPr id="22532" name="Text Box 1"/>
          <p:cNvSpPr txBox="1">
            <a:spLocks noChangeArrowheads="1"/>
          </p:cNvSpPr>
          <p:nvPr/>
        </p:nvSpPr>
        <p:spPr bwMode="auto">
          <a:xfrm>
            <a:off x="4022886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2F8650A-E0D7-4CDC-A2AC-19D7646D6B22}" type="slidenum">
              <a:rPr lang="he-IL" altLang="he-IL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22533" name="Text Box 2"/>
          <p:cNvSpPr txBox="1">
            <a:spLocks noChangeArrowheads="1"/>
          </p:cNvSpPr>
          <p:nvPr/>
        </p:nvSpPr>
        <p:spPr bwMode="auto">
          <a:xfrm>
            <a:off x="0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22534" name="Text Box 3"/>
          <p:cNvSpPr txBox="1">
            <a:spLocks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22535" name="Text Box 4"/>
          <p:cNvSpPr txBox="1">
            <a:spLocks noChangeArrowheads="1"/>
          </p:cNvSpPr>
          <p:nvPr/>
        </p:nvSpPr>
        <p:spPr bwMode="auto">
          <a:xfrm>
            <a:off x="4022886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300">
                <a:latin typeface="Arial" panose="020B0604020202020204" pitchFamily="34" charset="0"/>
              </a:rPr>
              <a:t>10/30/11</a:t>
            </a:r>
          </a:p>
        </p:txBody>
      </p:sp>
      <p:sp>
        <p:nvSpPr>
          <p:cNvPr id="22536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7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46380" y="4859334"/>
            <a:ext cx="5209715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he-IL"/>
              <a:t>Asymmetric = public key</a:t>
            </a:r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189688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2457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FD1C1B5C-70AF-4BEF-95E3-D41C60D0C4A0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6</a:t>
            </a:fld>
            <a:endParaRPr lang="en-US" altLang="he-IL" sz="1300"/>
          </a:p>
        </p:txBody>
      </p:sp>
      <p:sp>
        <p:nvSpPr>
          <p:cNvPr id="2458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8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623657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2457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FD1C1B5C-70AF-4BEF-95E3-D41C60D0C4A0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7</a:t>
            </a:fld>
            <a:endParaRPr lang="en-US" altLang="he-IL" sz="1300"/>
          </a:p>
        </p:txBody>
      </p:sp>
      <p:sp>
        <p:nvSpPr>
          <p:cNvPr id="2458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8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045983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28675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83604E41-E70C-4F1F-B82C-6CD8E9C105B2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8</a:t>
            </a:fld>
            <a:endParaRPr lang="en-US" altLang="he-IL" sz="1300"/>
          </a:p>
        </p:txBody>
      </p:sp>
      <p:sp>
        <p:nvSpPr>
          <p:cNvPr id="2867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867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019061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6143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2821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3177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0843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228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3734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0137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0395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0281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15316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55502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15035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30958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58991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84B8B-D100-4BD9-9DF1-E7236786E1F1}" type="slidenum">
              <a:rPr lang="en-US" altLang="zh-CN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09650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3481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CFD5C430-15E0-4AC2-83B2-76058169E403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27</a:t>
            </a:fld>
            <a:endParaRPr lang="en-US" altLang="he-IL" sz="1300"/>
          </a:p>
        </p:txBody>
      </p:sp>
      <p:sp>
        <p:nvSpPr>
          <p:cNvPr id="34820" name="Text Box 1"/>
          <p:cNvSpPr txBox="1">
            <a:spLocks noChangeArrowheads="1"/>
          </p:cNvSpPr>
          <p:nvPr/>
        </p:nvSpPr>
        <p:spPr bwMode="auto">
          <a:xfrm>
            <a:off x="4022886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231D990-70BD-4DC4-9A90-129B8DA45305}" type="slidenum">
              <a:rPr lang="he-IL" altLang="he-IL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0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2" name="Text Box 3"/>
          <p:cNvSpPr txBox="1">
            <a:spLocks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3" name="Text Box 4"/>
          <p:cNvSpPr txBox="1">
            <a:spLocks noChangeArrowheads="1"/>
          </p:cNvSpPr>
          <p:nvPr/>
        </p:nvSpPr>
        <p:spPr bwMode="auto">
          <a:xfrm>
            <a:off x="4022886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300">
                <a:latin typeface="Arial" panose="020B0604020202020204" pitchFamily="34" charset="0"/>
              </a:rPr>
              <a:t>10/30/11</a:t>
            </a:r>
          </a:p>
        </p:txBody>
      </p:sp>
      <p:sp>
        <p:nvSpPr>
          <p:cNvPr id="34824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46380" y="4859334"/>
            <a:ext cx="5209715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6012234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3481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CFD5C430-15E0-4AC2-83B2-76058169E403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28</a:t>
            </a:fld>
            <a:endParaRPr lang="en-US" altLang="he-IL" sz="1300"/>
          </a:p>
        </p:txBody>
      </p:sp>
      <p:sp>
        <p:nvSpPr>
          <p:cNvPr id="34820" name="Text Box 1"/>
          <p:cNvSpPr txBox="1">
            <a:spLocks noChangeArrowheads="1"/>
          </p:cNvSpPr>
          <p:nvPr/>
        </p:nvSpPr>
        <p:spPr bwMode="auto">
          <a:xfrm>
            <a:off x="4022886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231D990-70BD-4DC4-9A90-129B8DA45305}" type="slidenum">
              <a:rPr lang="he-IL" altLang="he-IL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0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2" name="Text Box 3"/>
          <p:cNvSpPr txBox="1">
            <a:spLocks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3" name="Text Box 4"/>
          <p:cNvSpPr txBox="1">
            <a:spLocks noChangeArrowheads="1"/>
          </p:cNvSpPr>
          <p:nvPr/>
        </p:nvSpPr>
        <p:spPr bwMode="auto">
          <a:xfrm>
            <a:off x="4022886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300">
                <a:latin typeface="Arial" panose="020B0604020202020204" pitchFamily="34" charset="0"/>
              </a:rPr>
              <a:t>10/30/11</a:t>
            </a:r>
          </a:p>
        </p:txBody>
      </p:sp>
      <p:sp>
        <p:nvSpPr>
          <p:cNvPr id="34824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46380" y="4859334"/>
            <a:ext cx="5209715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5167168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3481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CFD5C430-15E0-4AC2-83B2-76058169E403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29</a:t>
            </a:fld>
            <a:endParaRPr lang="en-US" altLang="he-IL" sz="1300"/>
          </a:p>
        </p:txBody>
      </p:sp>
      <p:sp>
        <p:nvSpPr>
          <p:cNvPr id="34820" name="Text Box 1"/>
          <p:cNvSpPr txBox="1">
            <a:spLocks noChangeArrowheads="1"/>
          </p:cNvSpPr>
          <p:nvPr/>
        </p:nvSpPr>
        <p:spPr bwMode="auto">
          <a:xfrm>
            <a:off x="4022886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231D990-70BD-4DC4-9A90-129B8DA45305}" type="slidenum">
              <a:rPr lang="he-IL" altLang="he-IL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0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2" name="Text Box 3"/>
          <p:cNvSpPr txBox="1">
            <a:spLocks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3" name="Text Box 4"/>
          <p:cNvSpPr txBox="1">
            <a:spLocks noChangeArrowheads="1"/>
          </p:cNvSpPr>
          <p:nvPr/>
        </p:nvSpPr>
        <p:spPr bwMode="auto">
          <a:xfrm>
            <a:off x="4022886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300">
                <a:latin typeface="Arial" panose="020B0604020202020204" pitchFamily="34" charset="0"/>
              </a:rPr>
              <a:t>10/30/11</a:t>
            </a:r>
          </a:p>
        </p:txBody>
      </p:sp>
      <p:sp>
        <p:nvSpPr>
          <p:cNvPr id="34824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46380" y="4859334"/>
            <a:ext cx="5209715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7678933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3481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CFD5C430-15E0-4AC2-83B2-76058169E403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30</a:t>
            </a:fld>
            <a:endParaRPr lang="en-US" altLang="he-IL" sz="1300"/>
          </a:p>
        </p:txBody>
      </p:sp>
      <p:sp>
        <p:nvSpPr>
          <p:cNvPr id="34820" name="Text Box 1"/>
          <p:cNvSpPr txBox="1">
            <a:spLocks noChangeArrowheads="1"/>
          </p:cNvSpPr>
          <p:nvPr/>
        </p:nvSpPr>
        <p:spPr bwMode="auto">
          <a:xfrm>
            <a:off x="4022886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231D990-70BD-4DC4-9A90-129B8DA45305}" type="slidenum">
              <a:rPr lang="he-IL" altLang="he-IL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0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2" name="Text Box 3"/>
          <p:cNvSpPr txBox="1">
            <a:spLocks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3" name="Text Box 4"/>
          <p:cNvSpPr txBox="1">
            <a:spLocks noChangeArrowheads="1"/>
          </p:cNvSpPr>
          <p:nvPr/>
        </p:nvSpPr>
        <p:spPr bwMode="auto">
          <a:xfrm>
            <a:off x="4022886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300">
                <a:latin typeface="Arial" panose="020B0604020202020204" pitchFamily="34" charset="0"/>
              </a:rPr>
              <a:t>10/30/11</a:t>
            </a:r>
          </a:p>
        </p:txBody>
      </p:sp>
      <p:sp>
        <p:nvSpPr>
          <p:cNvPr id="34824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46380" y="4859334"/>
            <a:ext cx="5209715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9502492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3481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CFD5C430-15E0-4AC2-83B2-76058169E403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31</a:t>
            </a:fld>
            <a:endParaRPr lang="en-US" altLang="he-IL" sz="1300"/>
          </a:p>
        </p:txBody>
      </p:sp>
      <p:sp>
        <p:nvSpPr>
          <p:cNvPr id="34820" name="Text Box 1"/>
          <p:cNvSpPr txBox="1">
            <a:spLocks noChangeArrowheads="1"/>
          </p:cNvSpPr>
          <p:nvPr/>
        </p:nvSpPr>
        <p:spPr bwMode="auto">
          <a:xfrm>
            <a:off x="4022886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231D990-70BD-4DC4-9A90-129B8DA45305}" type="slidenum">
              <a:rPr lang="he-IL" altLang="he-IL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0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2" name="Text Box 3"/>
          <p:cNvSpPr txBox="1">
            <a:spLocks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3" name="Text Box 4"/>
          <p:cNvSpPr txBox="1">
            <a:spLocks noChangeArrowheads="1"/>
          </p:cNvSpPr>
          <p:nvPr/>
        </p:nvSpPr>
        <p:spPr bwMode="auto">
          <a:xfrm>
            <a:off x="4022886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300">
                <a:latin typeface="Arial" panose="020B0604020202020204" pitchFamily="34" charset="0"/>
              </a:rPr>
              <a:t>10/30/11</a:t>
            </a:r>
          </a:p>
        </p:txBody>
      </p:sp>
      <p:sp>
        <p:nvSpPr>
          <p:cNvPr id="34824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46380" y="4859334"/>
            <a:ext cx="5209715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 dirty="0"/>
          </a:p>
        </p:txBody>
      </p:sp>
    </p:spTree>
    <p:extLst>
      <p:ext uri="{BB962C8B-B14F-4D97-AF65-F5344CB8AC3E}">
        <p14:creationId xmlns:p14="http://schemas.microsoft.com/office/powerpoint/2010/main" val="23161039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3481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CFD5C430-15E0-4AC2-83B2-76058169E403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32</a:t>
            </a:fld>
            <a:endParaRPr lang="en-US" altLang="he-IL" sz="1300"/>
          </a:p>
        </p:txBody>
      </p:sp>
      <p:sp>
        <p:nvSpPr>
          <p:cNvPr id="34820" name="Text Box 1"/>
          <p:cNvSpPr txBox="1">
            <a:spLocks noChangeArrowheads="1"/>
          </p:cNvSpPr>
          <p:nvPr/>
        </p:nvSpPr>
        <p:spPr bwMode="auto">
          <a:xfrm>
            <a:off x="4022886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231D990-70BD-4DC4-9A90-129B8DA45305}" type="slidenum">
              <a:rPr lang="he-IL" altLang="he-IL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0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2" name="Text Box 3"/>
          <p:cNvSpPr txBox="1">
            <a:spLocks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3" name="Text Box 4"/>
          <p:cNvSpPr txBox="1">
            <a:spLocks noChangeArrowheads="1"/>
          </p:cNvSpPr>
          <p:nvPr/>
        </p:nvSpPr>
        <p:spPr bwMode="auto">
          <a:xfrm>
            <a:off x="4022886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300">
                <a:latin typeface="Arial" panose="020B0604020202020204" pitchFamily="34" charset="0"/>
              </a:rPr>
              <a:t>10/30/11</a:t>
            </a:r>
          </a:p>
        </p:txBody>
      </p:sp>
      <p:sp>
        <p:nvSpPr>
          <p:cNvPr id="34824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46380" y="4859334"/>
            <a:ext cx="5209715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6553569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3481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CFD5C430-15E0-4AC2-83B2-76058169E403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33</a:t>
            </a:fld>
            <a:endParaRPr lang="en-US" altLang="he-IL" sz="1300"/>
          </a:p>
        </p:txBody>
      </p:sp>
      <p:sp>
        <p:nvSpPr>
          <p:cNvPr id="34820" name="Text Box 1"/>
          <p:cNvSpPr txBox="1">
            <a:spLocks noChangeArrowheads="1"/>
          </p:cNvSpPr>
          <p:nvPr/>
        </p:nvSpPr>
        <p:spPr bwMode="auto">
          <a:xfrm>
            <a:off x="4022886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231D990-70BD-4DC4-9A90-129B8DA45305}" type="slidenum">
              <a:rPr lang="he-IL" altLang="he-IL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0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2" name="Text Box 3"/>
          <p:cNvSpPr txBox="1">
            <a:spLocks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3" name="Text Box 4"/>
          <p:cNvSpPr txBox="1">
            <a:spLocks noChangeArrowheads="1"/>
          </p:cNvSpPr>
          <p:nvPr/>
        </p:nvSpPr>
        <p:spPr bwMode="auto">
          <a:xfrm>
            <a:off x="4022886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300">
                <a:latin typeface="Arial" panose="020B0604020202020204" pitchFamily="34" charset="0"/>
              </a:rPr>
              <a:t>10/30/11</a:t>
            </a:r>
          </a:p>
        </p:txBody>
      </p:sp>
      <p:sp>
        <p:nvSpPr>
          <p:cNvPr id="34824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46380" y="4859334"/>
            <a:ext cx="5209715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3515663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3481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CFD5C430-15E0-4AC2-83B2-76058169E403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34</a:t>
            </a:fld>
            <a:endParaRPr lang="en-US" altLang="he-IL" sz="1300"/>
          </a:p>
        </p:txBody>
      </p:sp>
      <p:sp>
        <p:nvSpPr>
          <p:cNvPr id="34820" name="Text Box 1"/>
          <p:cNvSpPr txBox="1">
            <a:spLocks noChangeArrowheads="1"/>
          </p:cNvSpPr>
          <p:nvPr/>
        </p:nvSpPr>
        <p:spPr bwMode="auto">
          <a:xfrm>
            <a:off x="4022886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231D990-70BD-4DC4-9A90-129B8DA45305}" type="slidenum">
              <a:rPr lang="he-IL" altLang="he-IL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0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2" name="Text Box 3"/>
          <p:cNvSpPr txBox="1">
            <a:spLocks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3" name="Text Box 4"/>
          <p:cNvSpPr txBox="1">
            <a:spLocks noChangeArrowheads="1"/>
          </p:cNvSpPr>
          <p:nvPr/>
        </p:nvSpPr>
        <p:spPr bwMode="auto">
          <a:xfrm>
            <a:off x="4022886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300">
                <a:latin typeface="Arial" panose="020B0604020202020204" pitchFamily="34" charset="0"/>
              </a:rPr>
              <a:t>10/30/11</a:t>
            </a:r>
          </a:p>
        </p:txBody>
      </p:sp>
      <p:sp>
        <p:nvSpPr>
          <p:cNvPr id="34824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46380" y="4859334"/>
            <a:ext cx="5209715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2443399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3481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CFD5C430-15E0-4AC2-83B2-76058169E403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35</a:t>
            </a:fld>
            <a:endParaRPr lang="en-US" altLang="he-IL" sz="1300"/>
          </a:p>
        </p:txBody>
      </p:sp>
      <p:sp>
        <p:nvSpPr>
          <p:cNvPr id="34820" name="Text Box 1"/>
          <p:cNvSpPr txBox="1">
            <a:spLocks noChangeArrowheads="1"/>
          </p:cNvSpPr>
          <p:nvPr/>
        </p:nvSpPr>
        <p:spPr bwMode="auto">
          <a:xfrm>
            <a:off x="4022886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231D990-70BD-4DC4-9A90-129B8DA45305}" type="slidenum">
              <a:rPr lang="he-IL" altLang="he-IL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0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2" name="Text Box 3"/>
          <p:cNvSpPr txBox="1">
            <a:spLocks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34823" name="Text Box 4"/>
          <p:cNvSpPr txBox="1">
            <a:spLocks noChangeArrowheads="1"/>
          </p:cNvSpPr>
          <p:nvPr/>
        </p:nvSpPr>
        <p:spPr bwMode="auto">
          <a:xfrm>
            <a:off x="4022886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300">
                <a:latin typeface="Arial" panose="020B0604020202020204" pitchFamily="34" charset="0"/>
              </a:rPr>
              <a:t>10/30/11</a:t>
            </a:r>
          </a:p>
        </p:txBody>
      </p:sp>
      <p:sp>
        <p:nvSpPr>
          <p:cNvPr id="34824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46380" y="4859334"/>
            <a:ext cx="5209715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0375072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368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7D5CFFB2-1CC7-43CA-9BD5-81BB7EF031F1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37</a:t>
            </a:fld>
            <a:endParaRPr lang="en-US" altLang="he-IL" sz="1300"/>
          </a:p>
        </p:txBody>
      </p:sp>
      <p:sp>
        <p:nvSpPr>
          <p:cNvPr id="368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17646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27A4C-7C4D-46D9-BA12-2CF97B1295B9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50244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A826B-C8A8-4294-905C-A5C2BEB0495F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75662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4EECC-12E0-4D3B-AD71-0F0E1EEE19F4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88723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9350"/>
            <a:ext cx="4035425" cy="4975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149350"/>
            <a:ext cx="4035425" cy="4975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29718-D6BD-44B8-AA9F-38EF56EDFD57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013978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50720-AF9B-4625-89C6-56384036587C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49556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EC361-01DD-4FDA-B45E-5E7484B2C0FE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449519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04926-0C83-4C53-81DB-01168F802E1B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95087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4288CC-6632-4243-80E9-44E47A24A77D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27552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B86CE2-359B-4697-8465-D2B032061E09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59919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329DF-CE64-4512-BB63-44B0CCE71D23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90305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8763" y="277813"/>
            <a:ext cx="2071687" cy="5846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938" y="277813"/>
            <a:ext cx="6067425" cy="5846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FE7269-BCB5-4190-9E58-CC17D4EA6813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956545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291512" cy="13731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149350"/>
            <a:ext cx="4035425" cy="497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149350"/>
            <a:ext cx="4035425" cy="497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FD7FD-1A6C-42DA-B184-BB970FBE1DE8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35488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291512" cy="13731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149350"/>
            <a:ext cx="8223250" cy="4975225"/>
          </a:xfrm>
        </p:spPr>
        <p:txBody>
          <a:bodyPr/>
          <a:lstStyle/>
          <a:p>
            <a:pPr lvl="0"/>
            <a:endParaRPr lang="he-IL" noProof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6EFA6-01DD-47FE-9B8E-432132DAFFD6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261628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95AEBE4E-AFD9-4B35-96C1-562D701475C1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1176633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C860A7EA-1DB8-4AEC-B820-A77ED5FC28F4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6007444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503D0A17-9FF5-4415-85CA-EF3BF8E683A7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9846913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149350"/>
            <a:ext cx="4037013" cy="49799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6613" y="1149350"/>
            <a:ext cx="4038600" cy="49799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5BFB7424-8AB3-49AA-BDC8-B5F48B17D60A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0378994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1B2C378B-6C37-4025-BE94-EA1AB3222D6B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744752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1E6AC442-CB8D-4841-BC22-F0A6307628E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7645056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216DF1F9-FF90-4BAC-AFCA-EADA20F763AE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944723"/>
      </p:ext>
    </p:extLst>
  </p:cSld>
  <p:clrMapOvr>
    <a:masterClrMapping/>
  </p:clrMapOvr>
  <p:transition spd="slow"/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F2A85E43-FFE0-4E8D-9712-A8B24E06E2A8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9680268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FF92C36D-EF81-4884-B403-DB4970B3150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4555885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725A428B-3535-4754-AFBF-FE4EDB48778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5445816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11938" y="277813"/>
            <a:ext cx="2073275" cy="585152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388938" y="277813"/>
            <a:ext cx="6070600" cy="585152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3596AB4E-E06B-4879-ACBF-7092904A1C1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535742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8938" y="277813"/>
            <a:ext cx="8291512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/>
              <a:t>יש ללחוץ כדי לערוך את עיצוב טקסט הכותרת</a:t>
            </a:r>
            <a:endParaRPr lang="en-GB" altLang="he-IL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9350"/>
            <a:ext cx="8223250" cy="497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/>
              <a:t>יש ללחוץ כדי לערוך את עיצוב מתאר הכותרת</a:t>
            </a:r>
            <a:endParaRPr lang="en-GB" altLang="he-IL"/>
          </a:p>
          <a:p>
            <a:pPr lvl="1"/>
            <a:r>
              <a:rPr lang="he-IL" altLang="he-IL"/>
              <a:t>רמת מתאר שניה</a:t>
            </a:r>
            <a:endParaRPr lang="en-GB" altLang="he-IL"/>
          </a:p>
          <a:p>
            <a:pPr lvl="2"/>
            <a:r>
              <a:rPr lang="he-IL" altLang="he-IL"/>
              <a:t>רמת מתאר שלישית</a:t>
            </a:r>
            <a:endParaRPr lang="en-GB" altLang="he-IL"/>
          </a:p>
          <a:p>
            <a:pPr lvl="3"/>
            <a:r>
              <a:rPr lang="he-IL" altLang="he-IL"/>
              <a:t>רמת מתאר רביעית</a:t>
            </a:r>
            <a:endParaRPr lang="en-GB" altLang="he-IL"/>
          </a:p>
          <a:p>
            <a:pPr lvl="4"/>
            <a:r>
              <a:rPr lang="he-IL" altLang="he-IL"/>
              <a:t>רמת מתאר חמישית</a:t>
            </a:r>
            <a:endParaRPr lang="en-GB" altLang="he-IL"/>
          </a:p>
          <a:p>
            <a:pPr lvl="4"/>
            <a:r>
              <a:rPr lang="he-IL" altLang="he-IL"/>
              <a:t>רמת מתאר שישית</a:t>
            </a:r>
            <a:endParaRPr lang="en-GB" altLang="he-IL"/>
          </a:p>
          <a:p>
            <a:pPr lvl="4"/>
            <a:r>
              <a:rPr lang="he-IL" altLang="he-IL"/>
              <a:t>רמת מתאר שביעית</a:t>
            </a:r>
            <a:endParaRPr lang="en-GB" altLang="he-IL"/>
          </a:p>
          <a:p>
            <a:pPr lvl="4"/>
            <a:r>
              <a:rPr lang="he-IL" altLang="he-IL"/>
              <a:t>רמת מתאר שמינית</a:t>
            </a:r>
            <a:endParaRPr lang="en-GB" altLang="he-IL"/>
          </a:p>
          <a:p>
            <a:pPr lvl="4"/>
            <a:r>
              <a:rPr lang="he-IL" altLang="he-IL"/>
              <a:t>רמת מתאר תשיעית</a:t>
            </a:r>
            <a:endParaRPr lang="en-GB" altLang="he-IL"/>
          </a:p>
        </p:txBody>
      </p:sp>
      <p:sp>
        <p:nvSpPr>
          <p:cNvPr id="2" name="Rectangle 3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2050"/>
            <a:ext cx="2127250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38DB896-A5A6-4CAC-850A-65A6531840AA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  <p:sp>
        <p:nvSpPr>
          <p:cNvPr id="1029" name="Freeform 4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30" name="Line 5"/>
          <p:cNvSpPr>
            <a:spLocks noChangeShapeType="1"/>
          </p:cNvSpPr>
          <p:nvPr/>
        </p:nvSpPr>
        <p:spPr bwMode="auto">
          <a:xfrm>
            <a:off x="457200" y="6172200"/>
            <a:ext cx="8229600" cy="1588"/>
          </a:xfrm>
          <a:prstGeom prst="line">
            <a:avLst/>
          </a:prstGeom>
          <a:noFill/>
          <a:ln w="19080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5pPr>
      <a:lvl6pPr marL="25146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6pPr>
      <a:lvl7pPr marL="29718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7pPr>
      <a:lvl8pPr marL="34290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8pPr>
      <a:lvl9pPr marL="38862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9pPr>
    </p:titleStyle>
    <p:bodyStyle>
      <a:lvl1pPr marL="342900" indent="-342900" algn="l" defTabSz="449263" rtl="0" eaLnBrk="0" fontAlgn="base" hangingPunct="0">
        <a:spcBef>
          <a:spcPts val="7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0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600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200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מציין מיקום של כותרת 1"/>
          <p:cNvSpPr txBox="1">
            <a:spLocks noGrp="1"/>
          </p:cNvSpPr>
          <p:nvPr>
            <p:ph type="title"/>
          </p:nvPr>
        </p:nvSpPr>
        <p:spPr bwMode="auto">
          <a:xfrm>
            <a:off x="388938" y="277813"/>
            <a:ext cx="829627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he-IL"/>
          </a:p>
        </p:txBody>
      </p:sp>
      <p:sp>
        <p:nvSpPr>
          <p:cNvPr id="4099" name="מציין מיקום טקסט 2"/>
          <p:cNvSpPr txBox="1">
            <a:spLocks noGrp="1"/>
          </p:cNvSpPr>
          <p:nvPr>
            <p:ph type="body" idx="1"/>
          </p:nvPr>
        </p:nvSpPr>
        <p:spPr bwMode="auto">
          <a:xfrm>
            <a:off x="457200" y="1149350"/>
            <a:ext cx="8228013" cy="497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/>
              <a:t>לחץ כדי לערוך סגנונות טקסט של תבנית בסיס</a:t>
            </a:r>
            <a:endParaRPr lang="en-US" altLang="he-IL"/>
          </a:p>
          <a:p>
            <a:pPr lvl="1"/>
            <a:r>
              <a:rPr lang="he-IL" altLang="he-IL"/>
              <a:t>רמה שנייה</a:t>
            </a:r>
            <a:endParaRPr lang="en-US" altLang="he-IL"/>
          </a:p>
          <a:p>
            <a:pPr lvl="2"/>
            <a:r>
              <a:rPr lang="he-IL" altLang="he-IL"/>
              <a:t>רמה שלישית</a:t>
            </a:r>
            <a:endParaRPr lang="en-US" altLang="he-IL"/>
          </a:p>
          <a:p>
            <a:pPr lvl="3"/>
            <a:r>
              <a:rPr lang="he-IL" altLang="he-IL"/>
              <a:t>רמה רביעית</a:t>
            </a:r>
            <a:endParaRPr lang="en-US" altLang="he-IL"/>
          </a:p>
          <a:p>
            <a:pPr lvl="4"/>
            <a:r>
              <a:rPr lang="he-IL" altLang="he-IL"/>
              <a:t>רמה חמישית</a:t>
            </a:r>
            <a:endParaRPr lang="en-US" altLang="he-IL"/>
          </a:p>
        </p:txBody>
      </p:sp>
      <p:sp>
        <p:nvSpPr>
          <p:cNvPr id="4" name="מציין מיקום של תאריך 3"/>
          <p:cNvSpPr txBox="1">
            <a:spLocks noGrp="1"/>
          </p:cNvSpPr>
          <p:nvPr>
            <p:ph type="dt" sz="half" idx="2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lvl1pPr marL="0" marR="0" lvl="0" indent="0" algn="l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800" b="0" i="0" u="none" strike="noStrike" baseline="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 txBox="1">
            <a:spLocks noGrp="1"/>
          </p:cNvSpPr>
          <p:nvPr>
            <p:ph type="ftr" sz="quarter" idx="3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lvl1pPr marL="0" marR="0" lvl="0" indent="0" algn="l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he-IL" sz="1800" b="0" i="0" u="none" strike="noStrike" baseline="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 txBox="1"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2013" cy="45561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lvl1pPr marL="0" marR="0" lvl="0" indent="0" algn="l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he-IL" sz="1800" b="0" i="0" u="none" strike="noStrike" baseline="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>
              <a:defRPr/>
            </a:pPr>
            <a:fld id="{635A87B7-F595-4230-9BA6-AF12B6117044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7" name="צורה חופשית 6"/>
          <p:cNvSpPr/>
          <p:nvPr/>
        </p:nvSpPr>
        <p:spPr>
          <a:xfrm>
            <a:off x="381000" y="228600"/>
            <a:ext cx="8229600" cy="609600"/>
          </a:xfrm>
          <a:custGeom>
            <a:avLst/>
            <a:gdLst>
              <a:gd name="f0" fmla="val 0"/>
              <a:gd name="f1" fmla="val 10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1000" h="1000">
                <a:moveTo>
                  <a:pt x="f0" y="f1"/>
                </a:moveTo>
                <a:lnTo>
                  <a:pt x="f0" y="f0"/>
                </a:lnTo>
                <a:lnTo>
                  <a:pt x="f1" y="f0"/>
                </a:lnTo>
              </a:path>
            </a:pathLst>
          </a:custGeom>
          <a:noFill/>
          <a:ln w="19080">
            <a:solidFill>
              <a:srgbClr val="CC9900"/>
            </a:solidFill>
            <a:prstDash val="solid"/>
            <a:miter/>
          </a:ln>
        </p:spPr>
        <p:txBody>
          <a:bodyPr wrap="none" lIns="90000" tIns="46800" rIns="90000" bIns="46800" anchor="ctr" compatLnSpc="0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8" name="מחבר ישר 7"/>
          <p:cNvSpPr/>
          <p:nvPr/>
        </p:nvSpPr>
        <p:spPr>
          <a:xfrm>
            <a:off x="457200" y="6172200"/>
            <a:ext cx="8229600" cy="1588"/>
          </a:xfrm>
          <a:prstGeom prst="line">
            <a:avLst/>
          </a:prstGeom>
          <a:noFill/>
          <a:ln w="19080">
            <a:solidFill>
              <a:srgbClr val="CC9900"/>
            </a:solidFill>
            <a:prstDash val="solid"/>
            <a:miter/>
          </a:ln>
        </p:spPr>
        <p:txBody>
          <a:bodyPr lIns="90000" tIns="46800" rIns="90000" bIns="46800" compatLnSpc="0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42430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ransition spd="slow"/>
  <p:txStyles>
    <p:titleStyle>
      <a:lvl1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lang="en-US" sz="4200">
          <a:solidFill>
            <a:srgbClr val="006633"/>
          </a:solidFill>
          <a:latin typeface="Garamond" pitchFamily="18"/>
          <a:cs typeface="Arial" pitchFamily="34"/>
        </a:defRPr>
      </a:lvl1pPr>
      <a:lvl2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2pPr>
      <a:lvl3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3pPr>
      <a:lvl4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4pPr>
      <a:lvl5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5pPr>
      <a:lvl6pPr marL="457200"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6pPr>
      <a:lvl7pPr marL="914400"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7pPr>
      <a:lvl8pPr marL="1371600"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8pPr>
      <a:lvl9pPr marL="1828800"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9pPr>
    </p:titleStyle>
    <p:bodyStyle>
      <a:lvl1pPr marL="341313" indent="-341313" algn="l" rtl="0" eaLnBrk="0" fontAlgn="base">
        <a:spcBef>
          <a:spcPts val="750"/>
        </a:spcBef>
        <a:spcAft>
          <a:spcPct val="0"/>
        </a:spcAft>
        <a:tabLst>
          <a:tab pos="341313" algn="l"/>
          <a:tab pos="455613" algn="l"/>
          <a:tab pos="912813" algn="l"/>
          <a:tab pos="1370013" algn="l"/>
          <a:tab pos="1827213" algn="l"/>
          <a:tab pos="2284413" algn="l"/>
          <a:tab pos="2741613" algn="l"/>
          <a:tab pos="3198813" algn="l"/>
          <a:tab pos="3656013" algn="l"/>
          <a:tab pos="4113213" algn="l"/>
          <a:tab pos="4570413" algn="l"/>
          <a:tab pos="5027613" algn="l"/>
          <a:tab pos="5484813" algn="l"/>
          <a:tab pos="5942013" algn="l"/>
          <a:tab pos="6399213" algn="l"/>
          <a:tab pos="6856413" algn="l"/>
          <a:tab pos="7313613" algn="l"/>
          <a:tab pos="7770813" algn="l"/>
          <a:tab pos="8228013" algn="l"/>
          <a:tab pos="8685213" algn="l"/>
          <a:tab pos="9142413" algn="l"/>
        </a:tabLst>
        <a:defRPr lang="en-US" sz="3000">
          <a:solidFill>
            <a:srgbClr val="000000"/>
          </a:solidFill>
          <a:latin typeface="Arial" pitchFamily="34"/>
          <a:cs typeface="Arial" pitchFamily="34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gi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gi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1226" y="1268760"/>
            <a:ext cx="8922774" cy="2405831"/>
          </a:xfrm>
        </p:spPr>
        <p:txBody>
          <a:bodyPr/>
          <a:lstStyle/>
          <a:p>
            <a:r>
              <a:rPr lang="en-US" altLang="en-US" sz="2800" dirty="0"/>
              <a:t>CSE 3400/CSE 5850 - Introduction to Cryptography and Cybersecurity/ Introduction to Cybersecurity</a:t>
            </a:r>
            <a:br>
              <a:rPr lang="en-US" altLang="en-US" sz="2800" dirty="0"/>
            </a:br>
            <a:br>
              <a:rPr lang="en-US" altLang="en-US" sz="4000" dirty="0"/>
            </a:br>
            <a:r>
              <a:rPr lang="en-US" altLang="en-US" sz="4000" dirty="0"/>
              <a:t>Lecture 2</a:t>
            </a:r>
            <a:br>
              <a:rPr lang="en-US" altLang="en-US" sz="4000" dirty="0"/>
            </a:br>
            <a: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Encryption – Part I</a:t>
            </a:r>
            <a:endParaRPr lang="en-US" sz="4000" dirty="0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065810" y="3940629"/>
            <a:ext cx="7012379" cy="599747"/>
          </a:xfrm>
        </p:spPr>
        <p:txBody>
          <a:bodyPr/>
          <a:lstStyle/>
          <a:p>
            <a:r>
              <a:rPr lang="en-US" sz="2800" dirty="0" err="1"/>
              <a:t>Ghada</a:t>
            </a:r>
            <a:r>
              <a:rPr lang="en-US" sz="2800" dirty="0"/>
              <a:t> </a:t>
            </a:r>
            <a:r>
              <a:rPr lang="en-US" sz="2800" dirty="0" err="1"/>
              <a:t>Almashaqbeh</a:t>
            </a:r>
            <a:endParaRPr lang="en-US" sz="2800" dirty="0"/>
          </a:p>
          <a:p>
            <a:r>
              <a:rPr lang="en-US" sz="2800" dirty="0">
                <a:solidFill>
                  <a:srgbClr val="0070C0"/>
                </a:solidFill>
              </a:rPr>
              <a:t>UConn</a:t>
            </a:r>
            <a:endParaRPr lang="en-US" sz="2000" dirty="0">
              <a:solidFill>
                <a:srgbClr val="0070C0"/>
              </a:solidFill>
            </a:endParaRPr>
          </a:p>
          <a:p>
            <a:endParaRPr lang="en-US" sz="2800" dirty="0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870FB93-3BDE-3443-B461-0B38FC66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0413" y="5382324"/>
            <a:ext cx="7012379" cy="83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>
              <a:spcBef>
                <a:spcPts val="750"/>
              </a:spcBef>
              <a:spcAft>
                <a:spcPct val="0"/>
              </a:spcAft>
              <a:buNone/>
              <a:tabLst>
                <a:tab pos="341313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lang="en-US" sz="2400">
                <a:solidFill>
                  <a:srgbClr val="000000"/>
                </a:solidFill>
                <a:latin typeface="Arial" pitchFamily="34"/>
                <a:cs typeface="Arial" pitchFamily="34"/>
              </a:defRPr>
            </a:lvl1pPr>
            <a:lvl2pPr marL="4572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hangingPunct="1"/>
            <a:r>
              <a:rPr lang="en-US" sz="1800" kern="0" dirty="0"/>
              <a:t>Adapted from the textbook slides</a:t>
            </a:r>
            <a:endParaRPr lang="en-US" sz="1800" kern="0" dirty="0">
              <a:solidFill>
                <a:srgbClr val="0070C0"/>
              </a:solidFill>
            </a:endParaRPr>
          </a:p>
          <a:p>
            <a:pPr defTabSz="914400" hangingPunct="1"/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380032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B9FA-F0CD-214F-8801-A83CE6EB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0C1A4-0F85-4E45-9F45-2D6AC6B2B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Introduction and motivation.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Ancient ciphers.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Kerckhoffs</a:t>
            </a:r>
            <a:r>
              <a:rPr lang="en-US" dirty="0"/>
              <a:t>'</a:t>
            </a:r>
            <a:r>
              <a:rPr lang="en-US" altLang="he-IL" dirty="0"/>
              <a:t> Principle.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he-IL" dirty="0"/>
              <a:t>Encryption attacker models.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B7B2F-E7E1-14DD-46E6-C7BC3174EF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7702" y="6242050"/>
            <a:ext cx="482748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EBA394-6DB9-4E12-BD7A-F2B197753D8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974548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319744" y="6242050"/>
            <a:ext cx="36070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59A4FD2-FDFA-4206-80F1-0571F273C1F7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he-IL" sz="1800"/>
          </a:p>
        </p:txBody>
      </p:sp>
      <p:sp>
        <p:nvSpPr>
          <p:cNvPr id="1945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19125" y="220663"/>
            <a:ext cx="7772400" cy="616049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3800"/>
              <a:t>Encryption</a:t>
            </a: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4025" y="1090613"/>
            <a:ext cx="8004175" cy="5046662"/>
          </a:xfrm>
        </p:spPr>
        <p:txBody>
          <a:bodyPr/>
          <a:lstStyle/>
          <a:p>
            <a:pPr marL="336550" indent="-336550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/>
              <a:t>Prevention of exposure of secret information</a:t>
            </a:r>
          </a:p>
          <a:p>
            <a:pPr marL="336550" indent="-336550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/>
              <a:t>Earliest and `basic’ tool of cryptology </a:t>
            </a:r>
          </a:p>
          <a:p>
            <a:pPr marL="336550" indent="-336550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/>
              <a:t>Related terms:</a:t>
            </a:r>
          </a:p>
          <a:p>
            <a:pPr marL="736600" lvl="1" indent="-336550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/>
              <a:t>Cryptography: `secret writing’ </a:t>
            </a:r>
          </a:p>
          <a:p>
            <a:pPr marL="736600" lvl="1" indent="-336550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/>
              <a:t>Cryptanalysis: `breaking’ encryption</a:t>
            </a:r>
          </a:p>
          <a:p>
            <a:pPr marL="736600" lvl="1" indent="-336550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/>
              <a:t>Encryption scheme = Cryptosystem = Cipher</a:t>
            </a:r>
          </a:p>
          <a:p>
            <a:pPr marL="336550" indent="-336550" eaLnBrk="1" hangingPunct="1">
              <a:buClrTx/>
              <a:buSzPct val="65000"/>
              <a:buFontTx/>
              <a:buNone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/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2040935" y="4842315"/>
            <a:ext cx="1655762" cy="792162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Encrypt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5465499" y="4842315"/>
            <a:ext cx="1655762" cy="792162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Decrypt</a:t>
            </a:r>
          </a:p>
        </p:txBody>
      </p:sp>
      <p:sp>
        <p:nvSpPr>
          <p:cNvPr id="22" name="Line 5"/>
          <p:cNvSpPr>
            <a:spLocks noChangeShapeType="1"/>
          </p:cNvSpPr>
          <p:nvPr/>
        </p:nvSpPr>
        <p:spPr bwMode="auto">
          <a:xfrm>
            <a:off x="1104310" y="5202677"/>
            <a:ext cx="93662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3" name="Line 6"/>
          <p:cNvSpPr>
            <a:spLocks noChangeShapeType="1"/>
          </p:cNvSpPr>
          <p:nvPr/>
        </p:nvSpPr>
        <p:spPr bwMode="auto">
          <a:xfrm>
            <a:off x="3696697" y="5202677"/>
            <a:ext cx="1768802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4" name="Line 7"/>
          <p:cNvSpPr>
            <a:spLocks noChangeShapeType="1"/>
          </p:cNvSpPr>
          <p:nvPr/>
        </p:nvSpPr>
        <p:spPr bwMode="auto">
          <a:xfrm>
            <a:off x="7049824" y="5202677"/>
            <a:ext cx="93662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pic>
        <p:nvPicPr>
          <p:cNvPr id="32" name="Picture 31" descr="&lt;strong&gt;Alice&lt;/strong&gt; - Kingdom Hearts Wiki, the Kingdom Hearts encyclopedia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5073" y="4509120"/>
            <a:ext cx="737903" cy="1339490"/>
          </a:xfrm>
          <a:prstGeom prst="rect">
            <a:avLst/>
          </a:prstGeom>
        </p:spPr>
      </p:pic>
      <p:pic>
        <p:nvPicPr>
          <p:cNvPr id="33" name="Picture 32" descr="SpongeBob is typically shown with buck teeth protruding from his smile ..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745" y="4799781"/>
            <a:ext cx="690389" cy="858693"/>
          </a:xfrm>
          <a:prstGeom prst="rect">
            <a:avLst/>
          </a:prstGeom>
        </p:spPr>
      </p:pic>
      <p:pic>
        <p:nvPicPr>
          <p:cNvPr id="34" name="Picture 33" descr="Awesome Demon by qubodup - Awesome style &lt;strong&gt;devil&lt;/strong&gt;/demon/satan smiley.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711" y="5248715"/>
            <a:ext cx="816773" cy="76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8180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64286" y="6242050"/>
            <a:ext cx="516164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6280D0-3180-442F-A496-01B0F216E804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he-IL" sz="1800"/>
          </a:p>
        </p:txBody>
      </p:sp>
      <p:sp>
        <p:nvSpPr>
          <p:cNvPr id="2150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708025" y="252413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/>
              <a:t>The Encryption World: basic terms</a:t>
            </a: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14350" y="1004888"/>
            <a:ext cx="8166100" cy="2420938"/>
          </a:xfrm>
        </p:spPr>
        <p:txBody>
          <a:bodyPr/>
          <a:lstStyle/>
          <a:p>
            <a:pPr marL="336550" indent="-336550" eaLnBrk="1" hangingPunct="1">
              <a:spcBef>
                <a:spcPts val="6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sz="2500" dirty="0"/>
              <a:t>Goal: </a:t>
            </a:r>
            <a:r>
              <a:rPr lang="en-US" altLang="he-IL" sz="2500" b="1" dirty="0"/>
              <a:t>encrypt</a:t>
            </a:r>
            <a:r>
              <a:rPr lang="en-US" altLang="he-IL" sz="2500" dirty="0"/>
              <a:t> </a:t>
            </a:r>
            <a:r>
              <a:rPr lang="en-US" altLang="he-IL" sz="2500" dirty="0">
                <a:solidFill>
                  <a:schemeClr val="accent5">
                    <a:lumMod val="50000"/>
                  </a:schemeClr>
                </a:solidFill>
              </a:rPr>
              <a:t>plaintext</a:t>
            </a:r>
            <a:r>
              <a:rPr lang="en-US" altLang="he-IL" sz="2500" dirty="0"/>
              <a:t> into </a:t>
            </a:r>
            <a:r>
              <a:rPr lang="en-US" altLang="he-IL" sz="2500" dirty="0">
                <a:solidFill>
                  <a:srgbClr val="FF0000"/>
                </a:solidFill>
              </a:rPr>
              <a:t>ciphertext</a:t>
            </a:r>
          </a:p>
          <a:p>
            <a:pPr marL="336550" indent="-336550" eaLnBrk="1" hangingPunct="1">
              <a:spcBef>
                <a:spcPts val="6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sz="2500" dirty="0"/>
              <a:t>Only legit-recipient can </a:t>
            </a:r>
            <a:r>
              <a:rPr lang="en-US" altLang="he-IL" sz="2500" b="1" dirty="0"/>
              <a:t>decrypt</a:t>
            </a:r>
            <a:r>
              <a:rPr lang="en-US" altLang="he-IL" sz="2500" dirty="0"/>
              <a:t> </a:t>
            </a:r>
            <a:r>
              <a:rPr lang="en-US" altLang="he-IL" sz="2500" dirty="0">
                <a:solidFill>
                  <a:srgbClr val="FF0000"/>
                </a:solidFill>
              </a:rPr>
              <a:t>ciphertext </a:t>
            </a:r>
            <a:r>
              <a:rPr lang="en-US" altLang="he-IL" sz="2500" dirty="0"/>
              <a:t>to </a:t>
            </a:r>
            <a:r>
              <a:rPr lang="en-US" altLang="he-IL" sz="2500" dirty="0">
                <a:solidFill>
                  <a:schemeClr val="accent5">
                    <a:lumMod val="50000"/>
                  </a:schemeClr>
                </a:solidFill>
              </a:rPr>
              <a:t>plaintext</a:t>
            </a:r>
          </a:p>
          <a:p>
            <a:pPr marL="736600" lvl="1" indent="-336550" eaLnBrk="1" hangingPunct="1">
              <a:spcBef>
                <a:spcPts val="6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sz="2100" dirty="0"/>
              <a:t>Adversary cannot learn </a:t>
            </a:r>
            <a:r>
              <a:rPr lang="en-US" altLang="he-IL" sz="2100" u="sng" dirty="0"/>
              <a:t>anything</a:t>
            </a:r>
            <a:r>
              <a:rPr lang="en-US" altLang="he-IL" sz="2100" dirty="0"/>
              <a:t> from </a:t>
            </a:r>
            <a:r>
              <a:rPr lang="en-US" altLang="he-IL" sz="2100" dirty="0">
                <a:solidFill>
                  <a:srgbClr val="FF0000"/>
                </a:solidFill>
              </a:rPr>
              <a:t>ciphertext</a:t>
            </a:r>
          </a:p>
          <a:p>
            <a:pPr marL="336550" indent="-336550" eaLnBrk="1" hangingPunct="1">
              <a:spcBef>
                <a:spcPts val="6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 sz="2500" dirty="0">
              <a:solidFill>
                <a:schemeClr val="accent2"/>
              </a:solidFill>
            </a:endParaRPr>
          </a:p>
          <a:p>
            <a:pPr marL="336550" indent="-336550" eaLnBrk="1" hangingPunct="1">
              <a:spcBef>
                <a:spcPts val="6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 sz="2500" dirty="0">
              <a:solidFill>
                <a:schemeClr val="accent2"/>
              </a:solidFill>
            </a:endParaRPr>
          </a:p>
          <a:p>
            <a:pPr marL="336550" indent="-336550" eaLnBrk="1" hangingPunct="1">
              <a:spcBef>
                <a:spcPts val="6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 sz="2500" dirty="0">
              <a:solidFill>
                <a:schemeClr val="accent2"/>
              </a:solidFill>
            </a:endParaRPr>
          </a:p>
          <a:p>
            <a:pPr marL="336550" indent="-336550" eaLnBrk="1" hangingPunct="1">
              <a:spcBef>
                <a:spcPts val="6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 sz="2500" dirty="0">
              <a:solidFill>
                <a:schemeClr val="accent2"/>
              </a:solidFill>
            </a:endParaRPr>
          </a:p>
          <a:p>
            <a:pPr marL="336550" indent="-336550" eaLnBrk="1" hangingPunct="1">
              <a:spcBef>
                <a:spcPts val="6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 sz="2500" dirty="0">
              <a:solidFill>
                <a:schemeClr val="accent2"/>
              </a:solidFill>
            </a:endParaRPr>
          </a:p>
          <a:p>
            <a:pPr marL="336550" indent="-336550" eaLnBrk="1" hangingPunct="1">
              <a:spcBef>
                <a:spcPts val="6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sz="2500" dirty="0">
                <a:solidFill>
                  <a:schemeClr val="accent2"/>
                </a:solidFill>
              </a:rPr>
              <a:t>Variants of encryption schemes: </a:t>
            </a:r>
          </a:p>
          <a:p>
            <a:pPr marL="736600" lvl="1" indent="-336550" eaLnBrk="1" hangingPunct="1">
              <a:spcBef>
                <a:spcPts val="6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sz="2100" dirty="0">
                <a:solidFill>
                  <a:schemeClr val="accent2"/>
                </a:solidFill>
              </a:rPr>
              <a:t>Keyed or unkeyed? </a:t>
            </a:r>
          </a:p>
          <a:p>
            <a:pPr marL="736600" lvl="1" indent="-336550" eaLnBrk="1" hangingPunct="1">
              <a:spcBef>
                <a:spcPts val="6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sz="2100" dirty="0">
                <a:solidFill>
                  <a:schemeClr val="accent2"/>
                </a:solidFill>
              </a:rPr>
              <a:t>Shared key (symmetric) or public/private keys (asymmetric)?</a:t>
            </a:r>
          </a:p>
          <a:p>
            <a:pPr marL="736600" lvl="1" indent="-336550" eaLnBrk="1" hangingPunct="1">
              <a:spcBef>
                <a:spcPts val="6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sz="2100" dirty="0">
                <a:solidFill>
                  <a:schemeClr val="accent2"/>
                </a:solidFill>
              </a:rPr>
              <a:t>Stateful / stateless ? Randomized ? Input size ?</a:t>
            </a:r>
          </a:p>
        </p:txBody>
      </p:sp>
      <p:sp>
        <p:nvSpPr>
          <p:cNvPr id="21509" name="Rectangle 3"/>
          <p:cNvSpPr>
            <a:spLocks noChangeArrowheads="1"/>
          </p:cNvSpPr>
          <p:nvPr/>
        </p:nvSpPr>
        <p:spPr bwMode="auto">
          <a:xfrm>
            <a:off x="1963738" y="3428926"/>
            <a:ext cx="1655762" cy="792162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</a:t>
            </a:r>
          </a:p>
        </p:txBody>
      </p:sp>
      <p:sp>
        <p:nvSpPr>
          <p:cNvPr id="21510" name="Rectangle 4"/>
          <p:cNvSpPr>
            <a:spLocks noChangeArrowheads="1"/>
          </p:cNvSpPr>
          <p:nvPr/>
        </p:nvSpPr>
        <p:spPr bwMode="auto">
          <a:xfrm>
            <a:off x="5388302" y="3428926"/>
            <a:ext cx="1655762" cy="792162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Decrypt</a:t>
            </a:r>
          </a:p>
        </p:txBody>
      </p:sp>
      <p:sp>
        <p:nvSpPr>
          <p:cNvPr id="21511" name="Line 5"/>
          <p:cNvSpPr>
            <a:spLocks noChangeShapeType="1"/>
          </p:cNvSpPr>
          <p:nvPr/>
        </p:nvSpPr>
        <p:spPr bwMode="auto">
          <a:xfrm>
            <a:off x="1027113" y="3789288"/>
            <a:ext cx="93662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1512" name="Line 6"/>
          <p:cNvSpPr>
            <a:spLocks noChangeShapeType="1"/>
          </p:cNvSpPr>
          <p:nvPr/>
        </p:nvSpPr>
        <p:spPr bwMode="auto">
          <a:xfrm>
            <a:off x="3619500" y="3789288"/>
            <a:ext cx="1768802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1513" name="Line 7"/>
          <p:cNvSpPr>
            <a:spLocks noChangeShapeType="1"/>
          </p:cNvSpPr>
          <p:nvPr/>
        </p:nvSpPr>
        <p:spPr bwMode="auto">
          <a:xfrm>
            <a:off x="6972627" y="3789288"/>
            <a:ext cx="93662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1514" name="Text Box 8"/>
          <p:cNvSpPr txBox="1">
            <a:spLocks noChangeArrowheads="1"/>
          </p:cNvSpPr>
          <p:nvPr/>
        </p:nvSpPr>
        <p:spPr bwMode="auto">
          <a:xfrm>
            <a:off x="646113" y="3305101"/>
            <a:ext cx="12509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 i="1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</a:p>
        </p:txBody>
      </p:sp>
      <p:sp>
        <p:nvSpPr>
          <p:cNvPr id="21515" name="Text Box 9"/>
          <p:cNvSpPr txBox="1">
            <a:spLocks noChangeArrowheads="1"/>
          </p:cNvSpPr>
          <p:nvPr/>
        </p:nvSpPr>
        <p:spPr bwMode="auto">
          <a:xfrm>
            <a:off x="7042477" y="3284463"/>
            <a:ext cx="12509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 i="1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</a:p>
        </p:txBody>
      </p:sp>
      <p:sp>
        <p:nvSpPr>
          <p:cNvPr id="21516" name="Text Box 10"/>
          <p:cNvSpPr txBox="1">
            <a:spLocks noChangeArrowheads="1"/>
          </p:cNvSpPr>
          <p:nvPr/>
        </p:nvSpPr>
        <p:spPr bwMode="auto">
          <a:xfrm>
            <a:off x="3796346" y="3284984"/>
            <a:ext cx="14033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</a:p>
        </p:txBody>
      </p:sp>
      <p:sp>
        <p:nvSpPr>
          <p:cNvPr id="21517" name="Line 12"/>
          <p:cNvSpPr>
            <a:spLocks noChangeShapeType="1"/>
          </p:cNvSpPr>
          <p:nvPr/>
        </p:nvSpPr>
        <p:spPr bwMode="auto">
          <a:xfrm>
            <a:off x="6180464" y="3213026"/>
            <a:ext cx="1588" cy="2159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5893127" y="2852663"/>
            <a:ext cx="5873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2737679" y="3213026"/>
            <a:ext cx="1588" cy="2159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2450342" y="2852663"/>
            <a:ext cx="5873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</a:p>
        </p:txBody>
      </p:sp>
      <p:pic>
        <p:nvPicPr>
          <p:cNvPr id="3" name="Picture 2" descr="&lt;strong&gt;Alice&lt;/strong&gt; - Kingdom Hearts Wiki, the Kingdom Hearts encyclopedia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76" y="3095731"/>
            <a:ext cx="737903" cy="1339490"/>
          </a:xfrm>
          <a:prstGeom prst="rect">
            <a:avLst/>
          </a:prstGeom>
        </p:spPr>
      </p:pic>
      <p:pic>
        <p:nvPicPr>
          <p:cNvPr id="4" name="Picture 3" descr="SpongeBob is typically shown with buck teeth protruding from his smile ..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548" y="3386392"/>
            <a:ext cx="690389" cy="858693"/>
          </a:xfrm>
          <a:prstGeom prst="rect">
            <a:avLst/>
          </a:prstGeom>
        </p:spPr>
      </p:pic>
      <p:pic>
        <p:nvPicPr>
          <p:cNvPr id="5" name="Picture 4" descr="Awesome Demon by qubodup - Awesome style &lt;strong&gt;devil&lt;/strong&gt;/demon/satan smiley.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514" y="3835326"/>
            <a:ext cx="816773" cy="76470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914505" y="4573392"/>
            <a:ext cx="1241822" cy="594122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Encrypt 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992637" y="4606913"/>
            <a:ext cx="1241822" cy="594122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Decrypt D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1672521" y="4841038"/>
            <a:ext cx="241984" cy="381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6234459" y="4873368"/>
            <a:ext cx="226918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917059" y="4498165"/>
            <a:ext cx="969880" cy="624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m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2762410" y="5527476"/>
            <a:ext cx="4017124" cy="5017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/>
        </p:spPr>
        <p:txBody>
          <a:bodyPr wrap="none" lIns="67500" tIns="35100" rIns="67500" bIns="351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800" b="1" dirty="0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  <a:r>
              <a:rPr lang="en-US" altLang="he-IL" sz="2000" dirty="0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he-IL" sz="1800" dirty="0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he-IL" sz="2800" i="1" dirty="0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m=D</a:t>
            </a:r>
            <a:r>
              <a:rPr lang="en-US" altLang="he-IL" sz="2800" i="1" baseline="-25000" dirty="0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2800" i="1" dirty="0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he-IL" sz="2800" i="1" dirty="0" err="1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he-IL" sz="2800" i="1" baseline="-25000" dirty="0" err="1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2800" i="1" dirty="0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(m))</a:t>
            </a:r>
            <a:endParaRPr lang="en-US" altLang="he-IL" sz="1800" i="1" dirty="0">
              <a:solidFill>
                <a:srgbClr val="3B812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631247" y="4558011"/>
            <a:ext cx="1110944" cy="624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br>
              <a:rPr lang="en-US" altLang="he-IL" sz="1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he-IL" sz="1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he-IL" sz="1800" i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he-IL" sz="1800" i="1" baseline="-2500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1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5586759" y="4444988"/>
            <a:ext cx="1191" cy="1619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5259514" y="4135217"/>
            <a:ext cx="655691" cy="347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Key k</a:t>
            </a:r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2494961" y="4411467"/>
            <a:ext cx="1191" cy="1619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2174460" y="4062453"/>
            <a:ext cx="655691" cy="347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Key k</a:t>
            </a:r>
          </a:p>
        </p:txBody>
      </p:sp>
      <p:sp>
        <p:nvSpPr>
          <p:cNvPr id="16" name="Line 6"/>
          <p:cNvSpPr>
            <a:spLocks noChangeShapeType="1"/>
          </p:cNvSpPr>
          <p:nvPr/>
        </p:nvSpPr>
        <p:spPr bwMode="auto">
          <a:xfrm>
            <a:off x="3160058" y="4870453"/>
            <a:ext cx="1841118" cy="291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3558778" y="1811186"/>
            <a:ext cx="1241822" cy="594122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Encrypt E</a:t>
            </a:r>
          </a:p>
        </p:txBody>
      </p:sp>
      <p:sp>
        <p:nvSpPr>
          <p:cNvPr id="18" name="Line 5"/>
          <p:cNvSpPr>
            <a:spLocks noChangeShapeType="1"/>
          </p:cNvSpPr>
          <p:nvPr/>
        </p:nvSpPr>
        <p:spPr bwMode="auto">
          <a:xfrm>
            <a:off x="3316795" y="2078832"/>
            <a:ext cx="241984" cy="381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9" name="Line 6"/>
          <p:cNvSpPr>
            <a:spLocks noChangeShapeType="1"/>
          </p:cNvSpPr>
          <p:nvPr/>
        </p:nvSpPr>
        <p:spPr bwMode="auto">
          <a:xfrm flipV="1">
            <a:off x="4800601" y="2077641"/>
            <a:ext cx="217247" cy="381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2561332" y="1735959"/>
            <a:ext cx="969880" cy="624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m</a:t>
            </a: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4945007" y="1721742"/>
            <a:ext cx="1110944" cy="624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br>
              <a:rPr lang="en-US" altLang="he-IL" sz="1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he-IL" sz="1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he-IL" sz="1800" i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he-IL" sz="1800" i="1" baseline="-2500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1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</a:p>
        </p:txBody>
      </p:sp>
      <p:sp>
        <p:nvSpPr>
          <p:cNvPr id="22" name="Line 12"/>
          <p:cNvSpPr>
            <a:spLocks noChangeShapeType="1"/>
          </p:cNvSpPr>
          <p:nvPr/>
        </p:nvSpPr>
        <p:spPr bwMode="auto">
          <a:xfrm>
            <a:off x="4139234" y="1649261"/>
            <a:ext cx="1191" cy="1619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3818734" y="1300247"/>
            <a:ext cx="655691" cy="347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Key k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3558778" y="3135659"/>
            <a:ext cx="1241822" cy="594122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Decrypt D</a:t>
            </a:r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>
            <a:off x="4800600" y="3402114"/>
            <a:ext cx="226918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6" name="Text Box 9"/>
          <p:cNvSpPr txBox="1">
            <a:spLocks noChangeArrowheads="1"/>
          </p:cNvSpPr>
          <p:nvPr/>
        </p:nvSpPr>
        <p:spPr bwMode="auto">
          <a:xfrm>
            <a:off x="4958674" y="3089672"/>
            <a:ext cx="969880" cy="624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br>
              <a:rPr lang="en-US" altLang="he-IL" sz="1800" i="1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he-IL" sz="1800" i="1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he-IL" sz="1800" i="1" err="1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he-IL" sz="1800" i="1" baseline="-25000" err="1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1800" i="1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7" name="Line 12"/>
          <p:cNvSpPr>
            <a:spLocks noChangeShapeType="1"/>
          </p:cNvSpPr>
          <p:nvPr/>
        </p:nvSpPr>
        <p:spPr bwMode="auto">
          <a:xfrm>
            <a:off x="4152900" y="2973734"/>
            <a:ext cx="1191" cy="1619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8" name="Text Box 14"/>
          <p:cNvSpPr txBox="1">
            <a:spLocks noChangeArrowheads="1"/>
          </p:cNvSpPr>
          <p:nvPr/>
        </p:nvSpPr>
        <p:spPr bwMode="auto">
          <a:xfrm>
            <a:off x="3825655" y="2663963"/>
            <a:ext cx="655691" cy="347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Key k</a:t>
            </a:r>
          </a:p>
        </p:txBody>
      </p:sp>
      <p:sp>
        <p:nvSpPr>
          <p:cNvPr id="29" name="Line 6"/>
          <p:cNvSpPr>
            <a:spLocks noChangeShapeType="1"/>
          </p:cNvSpPr>
          <p:nvPr/>
        </p:nvSpPr>
        <p:spPr bwMode="auto">
          <a:xfrm flipV="1">
            <a:off x="3205063" y="3402114"/>
            <a:ext cx="362254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2242559" y="3011847"/>
            <a:ext cx="1110944" cy="624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br>
              <a:rPr lang="en-US" altLang="he-IL" sz="1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he-IL" sz="1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c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Encryption Scheme</a:t>
            </a:r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7229A024-46A8-466F-9E2A-B19918906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4932" y="4713326"/>
            <a:ext cx="1519710" cy="347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 dirty="0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Plaintext D</a:t>
            </a:r>
            <a:r>
              <a:rPr lang="en-US" altLang="he-IL" sz="1800" i="1" baseline="-25000" dirty="0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he-IL" sz="1800" i="1" dirty="0">
                <a:solidFill>
                  <a:srgbClr val="3B81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0B50C846-1069-2440-ACBC-386AF00DE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64286" y="6242050"/>
            <a:ext cx="516164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6280D0-3180-442F-A496-01B0F216E804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he-IL" sz="1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2851B-2583-0CAE-6D85-C48BBB78525C}"/>
              </a:ext>
            </a:extLst>
          </p:cNvPr>
          <p:cNvSpPr txBox="1"/>
          <p:nvPr/>
        </p:nvSpPr>
        <p:spPr>
          <a:xfrm>
            <a:off x="6621819" y="1967023"/>
            <a:ext cx="2058631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This is a stateless encryption, stateful will additionally have state as input and updated state as output.</a:t>
            </a:r>
          </a:p>
        </p:txBody>
      </p:sp>
    </p:spTree>
    <p:extLst>
      <p:ext uri="{BB962C8B-B14F-4D97-AF65-F5344CB8AC3E}">
        <p14:creationId xmlns:p14="http://schemas.microsoft.com/office/powerpoint/2010/main" val="185929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3800"/>
              <a:t>Ancient, Keyless Ciphers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idx="1"/>
          </p:nvPr>
        </p:nvSpPr>
        <p:spPr>
          <a:xfrm>
            <a:off x="460375" y="917011"/>
            <a:ext cx="8223250" cy="2972884"/>
          </a:xfrm>
        </p:spPr>
        <p:txBody>
          <a:bodyPr/>
          <a:lstStyle/>
          <a:p>
            <a:pPr marL="336550" indent="-336550" eaLnBrk="1" hangingPunct="1">
              <a:lnSpc>
                <a:spcPct val="105000"/>
              </a:lnSpc>
              <a:spcBef>
                <a:spcPct val="0"/>
              </a:spcBef>
              <a:spcAft>
                <a:spcPts val="263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endParaRPr lang="en-US" altLang="he-IL" sz="2400" dirty="0"/>
          </a:p>
          <a:p>
            <a:pPr marL="336550" indent="-336550" eaLnBrk="1" hangingPunct="1">
              <a:lnSpc>
                <a:spcPct val="105000"/>
              </a:lnSpc>
              <a:spcBef>
                <a:spcPct val="0"/>
              </a:spcBef>
              <a:spcAft>
                <a:spcPts val="263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Ancient ciphers were simple, naive</a:t>
            </a:r>
          </a:p>
          <a:p>
            <a:pPr marL="736600" lvl="1" indent="-336550" eaLnBrk="1" hangingPunct="1">
              <a:lnSpc>
                <a:spcPct val="105000"/>
              </a:lnSpc>
              <a:spcBef>
                <a:spcPct val="0"/>
              </a:spcBef>
              <a:spcAft>
                <a:spcPts val="263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dirty="0"/>
              <a:t>No key: secrecy is in the algorithm</a:t>
            </a:r>
          </a:p>
          <a:p>
            <a:pPr marL="336550" indent="-336550" eaLnBrk="1" hangingPunct="1">
              <a:lnSpc>
                <a:spcPct val="105000"/>
              </a:lnSpc>
              <a:spcBef>
                <a:spcPct val="0"/>
              </a:spcBef>
              <a:spcAft>
                <a:spcPts val="263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Monoalphabetic ciphers: encrypt/decrypt one character at a time </a:t>
            </a:r>
          </a:p>
          <a:p>
            <a:pPr marL="736600" lvl="1" indent="-336550" eaLnBrk="1" hangingPunct="1">
              <a:lnSpc>
                <a:spcPct val="105000"/>
              </a:lnSpc>
              <a:spcBef>
                <a:spcPct val="0"/>
              </a:spcBef>
              <a:spcAft>
                <a:spcPts val="263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700" dirty="0"/>
              <a:t>Plaintext, ciphertext are both single letters </a:t>
            </a:r>
          </a:p>
          <a:p>
            <a:pPr marL="736600" lvl="1" indent="-336550" eaLnBrk="1" hangingPunct="1">
              <a:lnSpc>
                <a:spcPct val="105000"/>
              </a:lnSpc>
              <a:spcBef>
                <a:spcPct val="0"/>
              </a:spcBef>
              <a:spcAft>
                <a:spcPts val="263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600" dirty="0"/>
              <a:t>A set {&lt;E,D&gt;} of permutation + inverse: m=D(E(m))</a:t>
            </a:r>
          </a:p>
        </p:txBody>
      </p:sp>
      <p:sp>
        <p:nvSpPr>
          <p:cNvPr id="23554" name="Slide Number Placeholder 3"/>
          <p:cNvSpPr>
            <a:spLocks noGrp="1"/>
          </p:cNvSpPr>
          <p:nvPr>
            <p:ph type="sldNum" idx="10"/>
          </p:nvPr>
        </p:nvSpPr>
        <p:spPr>
          <a:xfrm>
            <a:off x="8240486" y="6242050"/>
            <a:ext cx="439964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1A24121-F0C6-44CB-8FC8-7A32C4AB5FC5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he-IL" sz="1800"/>
          </a:p>
        </p:txBody>
      </p:sp>
    </p:spTree>
    <p:extLst>
      <p:ext uri="{BB962C8B-B14F-4D97-AF65-F5344CB8AC3E}">
        <p14:creationId xmlns:p14="http://schemas.microsoft.com/office/powerpoint/2010/main" val="114920603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3800" dirty="0"/>
              <a:t>Az-By Cipher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idx="1"/>
          </p:nvPr>
        </p:nvSpPr>
        <p:spPr>
          <a:xfrm>
            <a:off x="460375" y="917011"/>
            <a:ext cx="8223250" cy="2972884"/>
          </a:xfrm>
        </p:spPr>
        <p:txBody>
          <a:bodyPr/>
          <a:lstStyle/>
          <a:p>
            <a:pPr marL="336550" indent="-336550" eaLnBrk="1" hangingPunct="1">
              <a:lnSpc>
                <a:spcPct val="105000"/>
              </a:lnSpc>
              <a:spcBef>
                <a:spcPct val="0"/>
              </a:spcBef>
              <a:spcAft>
                <a:spcPts val="263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Az-By Cipher</a:t>
            </a:r>
          </a:p>
          <a:p>
            <a:pPr marL="736600" lvl="1" indent="-336550" eaLnBrk="1" hangingPunct="1">
              <a:lnSpc>
                <a:spcPct val="105000"/>
              </a:lnSpc>
              <a:spcBef>
                <a:spcPct val="0"/>
              </a:spcBef>
              <a:spcAft>
                <a:spcPts val="263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800" dirty="0"/>
              <a:t>Substitute the first letter of alphabet by the last… and so on:</a:t>
            </a:r>
          </a:p>
          <a:p>
            <a:pPr marL="336550" indent="-336550" eaLnBrk="1" hangingPunct="1">
              <a:lnSpc>
                <a:spcPct val="105000"/>
              </a:lnSpc>
              <a:spcBef>
                <a:spcPct val="0"/>
              </a:spcBef>
              <a:spcAft>
                <a:spcPts val="263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/>
              <a:t>Mathematically: Let A be 0, B be 1, …, Z be 25. Let m denote plaintext and c denote ciphertext.</a:t>
            </a:r>
          </a:p>
          <a:p>
            <a:pPr marL="736600" lvl="1" indent="-336550" eaLnBrk="1" hangingPunct="1">
              <a:lnSpc>
                <a:spcPct val="105000"/>
              </a:lnSpc>
              <a:spcBef>
                <a:spcPct val="0"/>
              </a:spcBef>
              <a:spcAft>
                <a:spcPts val="263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800" dirty="0"/>
              <a:t>c = Enc(m) = 25 – m</a:t>
            </a:r>
          </a:p>
          <a:p>
            <a:pPr marL="736600" lvl="1" indent="-336550" eaLnBrk="1" hangingPunct="1">
              <a:lnSpc>
                <a:spcPct val="105000"/>
              </a:lnSpc>
              <a:spcBef>
                <a:spcPct val="0"/>
              </a:spcBef>
              <a:spcAft>
                <a:spcPts val="263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800" dirty="0"/>
              <a:t>m = Dec(c) = 25 - c </a:t>
            </a:r>
          </a:p>
        </p:txBody>
      </p:sp>
      <p:sp>
        <p:nvSpPr>
          <p:cNvPr id="23554" name="Slide Number Placeholder 3"/>
          <p:cNvSpPr>
            <a:spLocks noGrp="1"/>
          </p:cNvSpPr>
          <p:nvPr>
            <p:ph type="sldNum" idx="10"/>
          </p:nvPr>
        </p:nvSpPr>
        <p:spPr>
          <a:xfrm>
            <a:off x="8273142" y="6242050"/>
            <a:ext cx="407307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1A24121-F0C6-44CB-8FC8-7A32C4AB5FC5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he-IL" sz="18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341927" y="4463748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1601910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638685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7278629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1457034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784500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159399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0224215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042396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326408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0498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/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/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/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/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408848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341927" y="5273546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1601910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638685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7278629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1457034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784500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159399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0224215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042396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326408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0498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/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/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/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/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96196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43608" y="443585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Plaintext: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608" y="522920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Ciphertext: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2699792" y="4805188"/>
            <a:ext cx="0" cy="42401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Arrow Connector 21"/>
          <p:cNvCxnSpPr/>
          <p:nvPr/>
        </p:nvCxnSpPr>
        <p:spPr bwMode="auto">
          <a:xfrm>
            <a:off x="3275856" y="4805188"/>
            <a:ext cx="0" cy="42401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Straight Arrow Connector 22"/>
          <p:cNvCxnSpPr/>
          <p:nvPr/>
        </p:nvCxnSpPr>
        <p:spPr bwMode="auto">
          <a:xfrm>
            <a:off x="3851920" y="4805188"/>
            <a:ext cx="0" cy="42401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Arrow Connector 23"/>
          <p:cNvCxnSpPr/>
          <p:nvPr/>
        </p:nvCxnSpPr>
        <p:spPr bwMode="auto">
          <a:xfrm>
            <a:off x="6948264" y="4805188"/>
            <a:ext cx="0" cy="42401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Arrow Connector 24"/>
          <p:cNvCxnSpPr/>
          <p:nvPr/>
        </p:nvCxnSpPr>
        <p:spPr bwMode="auto">
          <a:xfrm>
            <a:off x="7616825" y="4805188"/>
            <a:ext cx="0" cy="42401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Arrow Connector 25"/>
          <p:cNvCxnSpPr/>
          <p:nvPr/>
        </p:nvCxnSpPr>
        <p:spPr bwMode="auto">
          <a:xfrm>
            <a:off x="8172400" y="4805188"/>
            <a:ext cx="0" cy="42401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87271319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327570" y="6242050"/>
            <a:ext cx="352879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he-IL" sz="1800" dirty="0"/>
          </a:p>
        </p:txBody>
      </p:sp>
      <p:sp>
        <p:nvSpPr>
          <p:cNvPr id="2765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73100" y="27305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/>
              <a:t>(Unkeyed) Caesar Cipher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844550"/>
            <a:ext cx="8534400" cy="5191125"/>
          </a:xfrm>
        </p:spPr>
        <p:txBody>
          <a:bodyPr/>
          <a:lstStyle/>
          <a:p>
            <a:pPr marL="336550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800" dirty="0">
                <a:solidFill>
                  <a:schemeClr val="tx1"/>
                </a:solidFill>
              </a:rPr>
              <a:t>Used by Julius Caesar </a:t>
            </a:r>
          </a:p>
          <a:p>
            <a:pPr marL="336550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800" dirty="0">
                <a:solidFill>
                  <a:srgbClr val="FF00FF"/>
                </a:solidFill>
              </a:rPr>
              <a:t>Rotate</a:t>
            </a:r>
            <a:r>
              <a:rPr lang="en-US" altLang="he-IL" sz="2800" dirty="0"/>
              <a:t> the 26 letters of the alphabet by 3:</a:t>
            </a:r>
          </a:p>
          <a:p>
            <a:pPr marL="336550" indent="-336550" eaLnBrk="1" hangingPunct="1">
              <a:spcBef>
                <a:spcPct val="0"/>
              </a:spcBef>
              <a:spcAft>
                <a:spcPts val="325"/>
              </a:spcAft>
              <a:buClrTx/>
              <a:buSzPct val="65000"/>
              <a:buFontTx/>
              <a:buNone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A B C D E F G H I J K L M N O P Q …</a:t>
            </a:r>
            <a:br>
              <a:rPr lang="en-US" altLang="he-I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he-IL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36550" indent="-336550" eaLnBrk="1" hangingPunct="1">
              <a:spcBef>
                <a:spcPct val="0"/>
              </a:spcBef>
              <a:spcAft>
                <a:spcPts val="325"/>
              </a:spcAft>
              <a:buClrTx/>
              <a:buSzPct val="65000"/>
              <a:buFontTx/>
              <a:buNone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A B C D E F G H I J K L M N O P Q …</a:t>
            </a:r>
          </a:p>
          <a:p>
            <a:pPr marL="336550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800" dirty="0"/>
              <a:t>As formula:</a:t>
            </a:r>
          </a:p>
          <a:p>
            <a:pPr marL="336550" indent="-336550" algn="ctr" eaLnBrk="1" hangingPunct="1">
              <a:spcBef>
                <a:spcPct val="0"/>
              </a:spcBef>
              <a:spcAft>
                <a:spcPts val="375"/>
              </a:spcAft>
              <a:buClrTx/>
              <a:buSzPct val="65000"/>
              <a:buFontTx/>
              <a:buNone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E(m) = m+3  (mod 26)</a:t>
            </a:r>
          </a:p>
          <a:p>
            <a:pPr marL="336550" indent="-336550" algn="ctr" eaLnBrk="1" hangingPunct="1">
              <a:spcBef>
                <a:spcPct val="0"/>
              </a:spcBef>
              <a:spcAft>
                <a:spcPts val="375"/>
              </a:spcAft>
              <a:buClrTx/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D(c) = c-3  (mod 26)</a:t>
            </a:r>
          </a:p>
          <a:p>
            <a:pPr marL="336550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800" dirty="0"/>
              <a:t>Caesar and </a:t>
            </a:r>
            <a:r>
              <a:rPr lang="en-US" altLang="he-IL" sz="2800" dirty="0" err="1"/>
              <a:t>AzBy</a:t>
            </a:r>
            <a:r>
              <a:rPr lang="en-US" altLang="he-IL" sz="2800" dirty="0"/>
              <a:t> are trivial to cryptanalyze</a:t>
            </a:r>
          </a:p>
          <a:p>
            <a:pPr marL="736600" lvl="1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>
                <a:sym typeface="Wingdings" panose="05000000000000000000" pitchFamily="2" charset="2"/>
              </a:rPr>
              <a:t>No key – algorithm itself is `secret`</a:t>
            </a:r>
          </a:p>
          <a:p>
            <a:pPr marL="736600" lvl="1" indent="-336550" eaLnBrk="1" hangingPunct="1">
              <a:spcBef>
                <a:spcPct val="0"/>
              </a:spcBef>
              <a:spcAft>
                <a:spcPts val="375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>
                <a:sym typeface="Wingdings" panose="05000000000000000000" pitchFamily="2" charset="2"/>
              </a:rPr>
              <a:t>‘Security by obscurity’</a:t>
            </a:r>
            <a:endParaRPr lang="en-US" altLang="he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36550" eaLnBrk="1" hangingPunct="1">
              <a:spcBef>
                <a:spcPct val="0"/>
              </a:spcBef>
              <a:spcAft>
                <a:spcPts val="375"/>
              </a:spcAft>
              <a:buClrTx/>
              <a:buSzPct val="65000"/>
              <a:buFontTx/>
              <a:buNone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endParaRPr lang="en-US" altLang="he-IL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3" name="Line 3"/>
          <p:cNvSpPr>
            <a:spLocks noChangeShapeType="1"/>
          </p:cNvSpPr>
          <p:nvPr/>
        </p:nvSpPr>
        <p:spPr bwMode="auto">
          <a:xfrm>
            <a:off x="992188" y="2266777"/>
            <a:ext cx="1054100" cy="4333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54" name="Oval 4"/>
          <p:cNvSpPr>
            <a:spLocks noChangeArrowheads="1"/>
          </p:cNvSpPr>
          <p:nvPr/>
        </p:nvSpPr>
        <p:spPr bwMode="auto">
          <a:xfrm>
            <a:off x="309563" y="2281064"/>
            <a:ext cx="635000" cy="387350"/>
          </a:xfrm>
          <a:prstGeom prst="ellipse">
            <a:avLst/>
          </a:prstGeom>
          <a:solidFill>
            <a:srgbClr val="CC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/>
              <a:t>+3</a:t>
            </a:r>
          </a:p>
        </p:txBody>
      </p:sp>
      <p:sp>
        <p:nvSpPr>
          <p:cNvPr id="27655" name="Line 5"/>
          <p:cNvSpPr>
            <a:spLocks noChangeShapeType="1"/>
          </p:cNvSpPr>
          <p:nvPr/>
        </p:nvSpPr>
        <p:spPr bwMode="auto">
          <a:xfrm>
            <a:off x="1389063" y="2260427"/>
            <a:ext cx="1054100" cy="4333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56" name="Line 6"/>
          <p:cNvSpPr>
            <a:spLocks noChangeShapeType="1"/>
          </p:cNvSpPr>
          <p:nvPr/>
        </p:nvSpPr>
        <p:spPr bwMode="auto">
          <a:xfrm>
            <a:off x="1758950" y="2242964"/>
            <a:ext cx="1054100" cy="4333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57" name="Line 7"/>
          <p:cNvSpPr>
            <a:spLocks noChangeShapeType="1"/>
          </p:cNvSpPr>
          <p:nvPr/>
        </p:nvSpPr>
        <p:spPr bwMode="auto">
          <a:xfrm>
            <a:off x="2225675" y="2244552"/>
            <a:ext cx="1054100" cy="4333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58" name="Line 8"/>
          <p:cNvSpPr>
            <a:spLocks noChangeShapeType="1"/>
          </p:cNvSpPr>
          <p:nvPr/>
        </p:nvSpPr>
        <p:spPr bwMode="auto">
          <a:xfrm>
            <a:off x="2643188" y="2260427"/>
            <a:ext cx="1054100" cy="4333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59" name="Line 9"/>
          <p:cNvSpPr>
            <a:spLocks noChangeShapeType="1"/>
          </p:cNvSpPr>
          <p:nvPr/>
        </p:nvSpPr>
        <p:spPr bwMode="auto">
          <a:xfrm>
            <a:off x="3040063" y="2254077"/>
            <a:ext cx="1054100" cy="4333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60" name="Line 10"/>
          <p:cNvSpPr>
            <a:spLocks noChangeShapeType="1"/>
          </p:cNvSpPr>
          <p:nvPr/>
        </p:nvSpPr>
        <p:spPr bwMode="auto">
          <a:xfrm>
            <a:off x="3409950" y="2236614"/>
            <a:ext cx="1054100" cy="4333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61" name="Line 11"/>
          <p:cNvSpPr>
            <a:spLocks noChangeShapeType="1"/>
          </p:cNvSpPr>
          <p:nvPr/>
        </p:nvSpPr>
        <p:spPr bwMode="auto">
          <a:xfrm>
            <a:off x="3876675" y="2238202"/>
            <a:ext cx="1054100" cy="4333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62" name="Line 12"/>
          <p:cNvSpPr>
            <a:spLocks noChangeShapeType="1"/>
          </p:cNvSpPr>
          <p:nvPr/>
        </p:nvSpPr>
        <p:spPr bwMode="auto">
          <a:xfrm>
            <a:off x="4208463" y="2228677"/>
            <a:ext cx="1054100" cy="4333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63" name="Line 13"/>
          <p:cNvSpPr>
            <a:spLocks noChangeShapeType="1"/>
          </p:cNvSpPr>
          <p:nvPr/>
        </p:nvSpPr>
        <p:spPr bwMode="auto">
          <a:xfrm>
            <a:off x="4605338" y="2222327"/>
            <a:ext cx="1054100" cy="4333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64" name="Line 14"/>
          <p:cNvSpPr>
            <a:spLocks noChangeShapeType="1"/>
          </p:cNvSpPr>
          <p:nvPr/>
        </p:nvSpPr>
        <p:spPr bwMode="auto">
          <a:xfrm>
            <a:off x="4975225" y="2204864"/>
            <a:ext cx="1054100" cy="4333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65" name="Line 15"/>
          <p:cNvSpPr>
            <a:spLocks noChangeShapeType="1"/>
          </p:cNvSpPr>
          <p:nvPr/>
        </p:nvSpPr>
        <p:spPr bwMode="auto">
          <a:xfrm>
            <a:off x="5441950" y="2206452"/>
            <a:ext cx="1054100" cy="4333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66" name="Line 16"/>
          <p:cNvSpPr>
            <a:spLocks noChangeShapeType="1"/>
          </p:cNvSpPr>
          <p:nvPr/>
        </p:nvSpPr>
        <p:spPr bwMode="auto">
          <a:xfrm>
            <a:off x="5724525" y="2244552"/>
            <a:ext cx="1054100" cy="4333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67" name="Line 17"/>
          <p:cNvSpPr>
            <a:spLocks noChangeShapeType="1"/>
          </p:cNvSpPr>
          <p:nvPr/>
        </p:nvSpPr>
        <p:spPr bwMode="auto">
          <a:xfrm>
            <a:off x="6121400" y="2238202"/>
            <a:ext cx="1054100" cy="4333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68" name="Line 18"/>
          <p:cNvSpPr>
            <a:spLocks noChangeShapeType="1"/>
          </p:cNvSpPr>
          <p:nvPr/>
        </p:nvSpPr>
        <p:spPr bwMode="auto">
          <a:xfrm>
            <a:off x="6491288" y="2220739"/>
            <a:ext cx="1054100" cy="4333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69" name="Line 19"/>
          <p:cNvSpPr>
            <a:spLocks noChangeShapeType="1"/>
          </p:cNvSpPr>
          <p:nvPr/>
        </p:nvSpPr>
        <p:spPr bwMode="auto">
          <a:xfrm>
            <a:off x="6958013" y="2222327"/>
            <a:ext cx="1054100" cy="4333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Monoalphabetic Substitution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Generalize Caesar and Az-By: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/>
              <a:t>Other permutations of letters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/>
              <a:t>Keyed: Given key k, cipher E</a:t>
            </a:r>
            <a:r>
              <a:rPr lang="en-US" baseline="-25000" dirty="0"/>
              <a:t>k</a:t>
            </a:r>
            <a:r>
              <a:rPr lang="en-US" dirty="0"/>
              <a:t> is a permutation 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altLang="he-IL" sz="2400" dirty="0"/>
              <a:t>Or: the ‘key’ is simply the permutation (table)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he-IL" sz="2800" dirty="0"/>
              <a:t>Classical, `elementary school’ cryptosystem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Examples: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 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Vulnerable to letter-frequency cryptanalysis</a:t>
            </a:r>
          </a:p>
        </p:txBody>
      </p:sp>
      <p:pic>
        <p:nvPicPr>
          <p:cNvPr id="5" name="Picture 4" descr="tikz pgf - How to create a Caesar's encryption disk using ..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4077072"/>
            <a:ext cx="1440160" cy="1440160"/>
          </a:xfrm>
          <a:prstGeom prst="rect">
            <a:avLst/>
          </a:prstGeom>
        </p:spPr>
      </p:pic>
      <p:pic>
        <p:nvPicPr>
          <p:cNvPr id="6" name="Picture 5" descr="File:Alberti &lt;strong&gt;cipher&lt;/strong&gt; disk.JPG - Wikimedia Common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149" y="4077071"/>
            <a:ext cx="1510663" cy="1510663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C2136EA-FC92-9B4A-8E82-48C353707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27570" y="6252936"/>
            <a:ext cx="352879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475263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Letter frequencies (in English)</a:t>
            </a:r>
            <a:endParaRPr lang="he-IL"/>
          </a:p>
        </p:txBody>
      </p:sp>
      <p:pic>
        <p:nvPicPr>
          <p:cNvPr id="79874" name="Picture 2" descr="https://upload.wikimedia.org/wikipedia/commons/thumb/b/b0/English_letter_frequency_%28frequency%29.svg/380px-English_letter_frequency_%28frequency%29.svg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214953"/>
            <a:ext cx="6192688" cy="495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211960" y="1651000"/>
            <a:ext cx="4275529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Other useful statistic: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Bigrams, Trigrams…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First/Last letter in words, sentences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Etc…</a:t>
            </a:r>
            <a:endParaRPr lang="he-IL">
              <a:solidFill>
                <a:schemeClr val="tx1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A590C3B-621A-214E-B455-B0092CEFC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52936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59657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UZQSOVUOHXMOPVGPOZPEVSGZWSZOPFPESXUDBMETSXAIZ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VUEPHZHMDZSHZOWSFPAPPDTSVPQUZWYMXUZUHSX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EPYEPOPDZSZUFPOMBZWPFUPZHMDJUDTMOHMQ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Count relative letter frequencies: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149276"/>
              </p:ext>
            </p:extLst>
          </p:nvPr>
        </p:nvGraphicFramePr>
        <p:xfrm>
          <a:off x="611560" y="3230404"/>
          <a:ext cx="749253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450230"/>
              </p:ext>
            </p:extLst>
          </p:nvPr>
        </p:nvGraphicFramePr>
        <p:xfrm>
          <a:off x="611560" y="4123414"/>
          <a:ext cx="749253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</a:tbl>
          </a:graphicData>
        </a:graphic>
      </p:graphicFrame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F8CB16B-E67E-854C-9009-397C1FBBD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52936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441213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UZQSOVUOHXMOPVGPOZPEVSGZWSZOPFPESXUDBMETSXAIZ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VUEPHZHMDZSHZOWSFPAPPDTSVPQUZWYMXUZUHSX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EPYEPOPDZSZUFPOMBZWPFUPZHMDJUDTMOHMQ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Sorted: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809519"/>
              </p:ext>
            </p:extLst>
          </p:nvPr>
        </p:nvGraphicFramePr>
        <p:xfrm>
          <a:off x="611560" y="3230404"/>
          <a:ext cx="7492537" cy="11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392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423353"/>
              </p:ext>
            </p:extLst>
          </p:nvPr>
        </p:nvGraphicFramePr>
        <p:xfrm>
          <a:off x="599363" y="4308447"/>
          <a:ext cx="74925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299095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9805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94382" y="5447009"/>
            <a:ext cx="382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Most frequent letter is </a:t>
            </a:r>
            <a:r>
              <a:rPr lang="en-US">
                <a:solidFill>
                  <a:schemeClr val="accent1"/>
                </a:solidFill>
              </a:rPr>
              <a:t>e</a:t>
            </a:r>
            <a:r>
              <a:rPr lang="en-US">
                <a:solidFill>
                  <a:schemeClr val="tx1"/>
                </a:solidFill>
              </a:rPr>
              <a:t>, so: P=E(</a:t>
            </a:r>
            <a:r>
              <a:rPr lang="en-US">
                <a:solidFill>
                  <a:schemeClr val="accent1"/>
                </a:solidFill>
              </a:rPr>
              <a:t>e</a:t>
            </a:r>
            <a:r>
              <a:rPr lang="en-US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876" y="5737662"/>
            <a:ext cx="5329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Second frequent is </a:t>
            </a:r>
            <a:r>
              <a:rPr lang="en-US">
                <a:solidFill>
                  <a:schemeClr val="accent1"/>
                </a:solidFill>
              </a:rPr>
              <a:t>t</a:t>
            </a:r>
            <a:r>
              <a:rPr lang="en-US">
                <a:solidFill>
                  <a:schemeClr val="tx1"/>
                </a:solidFill>
              </a:rPr>
              <a:t>, so:  Z=E(</a:t>
            </a:r>
            <a:r>
              <a:rPr lang="en-US">
                <a:solidFill>
                  <a:schemeClr val="accent1"/>
                </a:solidFill>
              </a:rPr>
              <a:t>t</a:t>
            </a:r>
            <a:r>
              <a:rPr lang="en-US">
                <a:solidFill>
                  <a:schemeClr val="tx1"/>
                </a:solidFill>
              </a:rPr>
              <a:t>)  … let’s replace…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F04EDEC-E6FF-4349-BFEA-874DEA90BA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52936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83779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UtQSOVUOHXMO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VG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EVSG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WS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ESXUDBMETSXAI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endParaRPr lang="en-AU" altLang="zh-CN" sz="2000">
              <a:solidFill>
                <a:schemeClr val="accent1"/>
              </a:solidFill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VUE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HMD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SH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OWSF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DTSV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QU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WYMXU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UHSX</a:t>
            </a:r>
            <a:endParaRPr lang="en-AU" altLang="zh-CN" sz="2000"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S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UF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OMB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W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FU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HMDJUDTMOHMQ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Sorted: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989673"/>
              </p:ext>
            </p:extLst>
          </p:nvPr>
        </p:nvGraphicFramePr>
        <p:xfrm>
          <a:off x="611560" y="3230404"/>
          <a:ext cx="7492537" cy="11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392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9363" y="4308447"/>
          <a:ext cx="74925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299095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9805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9512" y="5366822"/>
            <a:ext cx="7652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In English texts, `</a:t>
            </a:r>
            <a:r>
              <a:rPr lang="en-US">
                <a:solidFill>
                  <a:schemeClr val="accent1"/>
                </a:solidFill>
              </a:rPr>
              <a:t>t`</a:t>
            </a:r>
            <a:r>
              <a:rPr lang="en-US">
                <a:solidFill>
                  <a:schemeClr val="tx1"/>
                </a:solidFill>
              </a:rPr>
              <a:t> is often followed by `</a:t>
            </a:r>
            <a:r>
              <a:rPr lang="en-US">
                <a:solidFill>
                  <a:schemeClr val="accent1"/>
                </a:solidFill>
              </a:rPr>
              <a:t>h</a:t>
            </a:r>
            <a:r>
              <a:rPr lang="en-US">
                <a:solidFill>
                  <a:schemeClr val="tx1"/>
                </a:solidFill>
              </a:rPr>
              <a:t>`. Count chars following Z (</a:t>
            </a:r>
            <a:r>
              <a:rPr lang="en-US">
                <a:solidFill>
                  <a:schemeClr val="accent1"/>
                </a:solidFill>
              </a:rPr>
              <a:t>t</a:t>
            </a:r>
            <a:r>
              <a:rPr lang="en-US">
                <a:solidFill>
                  <a:schemeClr val="tx1"/>
                </a:solidFill>
              </a:rPr>
              <a:t>): </a:t>
            </a:r>
          </a:p>
          <a:p>
            <a:r>
              <a:rPr lang="en-US">
                <a:solidFill>
                  <a:schemeClr val="tx1"/>
                </a:solidFill>
              </a:rPr>
              <a:t>Twice: W, H, U and O; once: Q, V, D &amp; S.  </a:t>
            </a:r>
          </a:p>
        </p:txBody>
      </p:sp>
      <p:sp>
        <p:nvSpPr>
          <p:cNvPr id="4" name="Oval 3"/>
          <p:cNvSpPr/>
          <p:nvPr/>
        </p:nvSpPr>
        <p:spPr bwMode="auto">
          <a:xfrm>
            <a:off x="3501920" y="2348880"/>
            <a:ext cx="504056" cy="380163"/>
          </a:xfrm>
          <a:prstGeom prst="ellipse">
            <a:avLst/>
          </a:prstGeom>
          <a:solidFill>
            <a:srgbClr val="FFFF00">
              <a:alpha val="3294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09911" y="5689987"/>
            <a:ext cx="3390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Pick W, since this gives `</a:t>
            </a:r>
            <a:r>
              <a:rPr lang="en-US">
                <a:solidFill>
                  <a:schemeClr val="accent1"/>
                </a:solidFill>
              </a:rPr>
              <a:t>the</a:t>
            </a:r>
            <a:r>
              <a:rPr lang="en-US">
                <a:solidFill>
                  <a:srgbClr val="FF0000"/>
                </a:solidFill>
              </a:rPr>
              <a:t>’… </a:t>
            </a:r>
          </a:p>
          <a:p>
            <a:endParaRPr lang="en-US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1485E1A-3491-B046-97BB-A17A01C6BA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63822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23911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U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QSOVUOHXMO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VG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EVSG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th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S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ESXUDBMETSXAI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endParaRPr lang="en-AU" altLang="zh-CN" sz="2000">
              <a:solidFill>
                <a:schemeClr val="accent1"/>
              </a:solidFill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VUE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HMD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SH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SF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DTSV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QU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th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YMXUtUHSX</a:t>
            </a:r>
            <a:endParaRPr lang="en-AU" altLang="zh-CN" sz="2000"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S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UF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OMB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the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FU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HMDJUDTMOHMQ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Sorted: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853088"/>
              </p:ext>
            </p:extLst>
          </p:nvPr>
        </p:nvGraphicFramePr>
        <p:xfrm>
          <a:off x="611560" y="3230404"/>
          <a:ext cx="7492537" cy="11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  <a:cs typeface="+mn-cs"/>
                        </a:rPr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392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9363" y="4308447"/>
          <a:ext cx="74925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299095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9805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9512" y="5366822"/>
            <a:ext cx="85674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We have </a:t>
            </a:r>
            <a:r>
              <a:rPr lang="en-US" err="1">
                <a:solidFill>
                  <a:schemeClr val="accent1"/>
                </a:solidFill>
              </a:rPr>
              <a:t>th</a:t>
            </a:r>
            <a:r>
              <a:rPr lang="en-US" err="1">
                <a:solidFill>
                  <a:schemeClr val="tx1"/>
                </a:solidFill>
              </a:rPr>
              <a:t>S</a:t>
            </a:r>
            <a:r>
              <a:rPr lang="en-US" err="1">
                <a:solidFill>
                  <a:schemeClr val="accent1"/>
                </a:solidFill>
              </a:rPr>
              <a:t>t</a:t>
            </a:r>
            <a:r>
              <a:rPr lang="en-US">
                <a:solidFill>
                  <a:schemeClr val="tx1"/>
                </a:solidFill>
              </a:rPr>
              <a:t> with S being third-most common. After </a:t>
            </a:r>
            <a:r>
              <a:rPr lang="en-US">
                <a:solidFill>
                  <a:schemeClr val="accent1"/>
                </a:solidFill>
              </a:rPr>
              <a:t>e</a:t>
            </a:r>
            <a:r>
              <a:rPr lang="en-US">
                <a:solidFill>
                  <a:schemeClr val="tx1"/>
                </a:solidFill>
              </a:rPr>
              <a:t> and </a:t>
            </a:r>
            <a:r>
              <a:rPr lang="en-US">
                <a:solidFill>
                  <a:schemeClr val="accent1"/>
                </a:solidFill>
              </a:rPr>
              <a:t>t</a:t>
            </a:r>
            <a:r>
              <a:rPr lang="en-US">
                <a:solidFill>
                  <a:schemeClr val="tx1"/>
                </a:solidFill>
              </a:rPr>
              <a:t>, most common letters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are:  </a:t>
            </a:r>
            <a:r>
              <a:rPr lang="en-US" err="1">
                <a:solidFill>
                  <a:schemeClr val="accent1"/>
                </a:solidFill>
              </a:rPr>
              <a:t>aoinshr</a:t>
            </a:r>
            <a:r>
              <a:rPr lang="en-US">
                <a:solidFill>
                  <a:schemeClr val="tx1"/>
                </a:solidFill>
              </a:rPr>
              <a:t> (in this order). Only `</a:t>
            </a:r>
            <a:r>
              <a:rPr lang="en-US">
                <a:solidFill>
                  <a:schemeClr val="accent1"/>
                </a:solidFill>
              </a:rPr>
              <a:t>a</a:t>
            </a:r>
            <a:r>
              <a:rPr lang="en-US">
                <a:solidFill>
                  <a:schemeClr val="tx1"/>
                </a:solidFill>
              </a:rPr>
              <a:t>` fits, so… 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367885" y="1619777"/>
            <a:ext cx="708171" cy="380163"/>
          </a:xfrm>
          <a:prstGeom prst="ellipse">
            <a:avLst/>
          </a:prstGeom>
          <a:solidFill>
            <a:srgbClr val="FFFF00">
              <a:alpha val="3294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747CAF3-9F2C-8246-AAC5-5142B5DCCD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52936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95760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U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OVUOHXMO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VG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G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that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XUDBMET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XAI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endParaRPr lang="en-AU" altLang="zh-CN" sz="2000">
              <a:solidFill>
                <a:schemeClr val="accent1"/>
              </a:solidFill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VUE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HMD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QU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th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YMXU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UH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endParaRPr lang="en-AU" altLang="zh-CN" sz="2000"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tat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UF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OMB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the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FU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HMDJUDTMOHMQ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Sorted: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061417"/>
              </p:ext>
            </p:extLst>
          </p:nvPr>
        </p:nvGraphicFramePr>
        <p:xfrm>
          <a:off x="611560" y="3230404"/>
          <a:ext cx="7492537" cy="11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  <a:cs typeface="+mn-cs"/>
                        </a:rPr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392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9363" y="4308447"/>
          <a:ext cx="74925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299095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9805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9512" y="5366822"/>
            <a:ext cx="855240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Next common in ciphertext is U and in English are </a:t>
            </a:r>
            <a:r>
              <a:rPr lang="en-US" err="1">
                <a:solidFill>
                  <a:schemeClr val="accent1"/>
                </a:solidFill>
              </a:rPr>
              <a:t>oinshr</a:t>
            </a:r>
            <a:r>
              <a:rPr lang="en-US">
                <a:solidFill>
                  <a:schemeClr val="tx1"/>
                </a:solidFill>
              </a:rPr>
              <a:t> (in this order). 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Few, rare words begin with `</a:t>
            </a:r>
            <a:r>
              <a:rPr lang="en-US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  <a:cs typeface="+mn-cs"/>
              </a:rPr>
              <a:t>ot</a:t>
            </a:r>
            <a:r>
              <a:rPr lang="en-US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  <a:cs typeface="+mn-cs"/>
              </a:rPr>
              <a:t>’</a:t>
            </a:r>
            <a:r>
              <a:rPr lang="en-US">
                <a:solidFill>
                  <a:schemeClr val="tx1"/>
                </a:solidFill>
              </a:rPr>
              <a:t> (and not `</a:t>
            </a:r>
            <a:r>
              <a:rPr lang="en-US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  <a:cs typeface="+mn-cs"/>
              </a:rPr>
              <a:t>oth</a:t>
            </a:r>
            <a:r>
              <a:rPr lang="en-US">
                <a:solidFill>
                  <a:schemeClr val="tx1"/>
                </a:solidFill>
              </a:rPr>
              <a:t>’), but `</a:t>
            </a:r>
            <a:r>
              <a:rPr lang="en-US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  <a:cs typeface="+mn-cs"/>
              </a:rPr>
              <a:t>it</a:t>
            </a:r>
            <a:r>
              <a:rPr lang="en-US">
                <a:solidFill>
                  <a:schemeClr val="tx1"/>
                </a:solidFill>
              </a:rPr>
              <a:t>` is common, so: U=E(</a:t>
            </a:r>
            <a:r>
              <a:rPr lang="en-US" err="1">
                <a:solidFill>
                  <a:schemeClr val="accent1"/>
                </a:solidFill>
              </a:rPr>
              <a:t>i</a:t>
            </a:r>
            <a:r>
              <a:rPr lang="en-US">
                <a:solidFill>
                  <a:schemeClr val="tx1"/>
                </a:solidFill>
              </a:rPr>
              <a:t>) !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827584" y="1626195"/>
            <a:ext cx="417822" cy="380163"/>
          </a:xfrm>
          <a:prstGeom prst="ellipse">
            <a:avLst/>
          </a:prstGeom>
          <a:solidFill>
            <a:srgbClr val="FFFF00">
              <a:alpha val="3294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81E7230-9DF6-6747-B2BB-57AE9F6E6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52936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70649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OHXMO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VG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G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that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DBMET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XAI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endParaRPr lang="en-AU" altLang="zh-CN" sz="2000">
              <a:solidFill>
                <a:schemeClr val="accent1"/>
              </a:solidFill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HMD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ith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YMX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endParaRPr lang="en-AU" altLang="zh-CN" sz="2000"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tati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OMB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the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iet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HMDJ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DTMOHMQ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Sorted: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857608"/>
              </p:ext>
            </p:extLst>
          </p:nvPr>
        </p:nvGraphicFramePr>
        <p:xfrm>
          <a:off x="611560" y="3230404"/>
          <a:ext cx="749253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err="1">
                          <a:solidFill>
                            <a:schemeClr val="accent1"/>
                          </a:solidFill>
                        </a:rPr>
                        <a:t>i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392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9363" y="4308447"/>
          <a:ext cx="74925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299095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9805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9512" y="5366822"/>
            <a:ext cx="7832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Next common in ciphertext are OMH and in English are </a:t>
            </a:r>
            <a:r>
              <a:rPr lang="en-US" dirty="0" err="1">
                <a:solidFill>
                  <a:schemeClr val="accent1"/>
                </a:solidFill>
              </a:rPr>
              <a:t>onsr</a:t>
            </a:r>
            <a:r>
              <a:rPr lang="en-US" dirty="0">
                <a:solidFill>
                  <a:schemeClr val="tx1"/>
                </a:solidFill>
              </a:rPr>
              <a:t> (in this order).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‘O’=E(‘</a:t>
            </a:r>
            <a:r>
              <a:rPr lang="en-US" dirty="0">
                <a:solidFill>
                  <a:schemeClr val="accent1"/>
                </a:solidFill>
              </a:rPr>
              <a:t>o</a:t>
            </a:r>
            <a:r>
              <a:rPr lang="en-US" dirty="0">
                <a:solidFill>
                  <a:schemeClr val="tx1"/>
                </a:solidFill>
              </a:rPr>
              <a:t>’) is unlikely since it gives `that </a:t>
            </a:r>
            <a:r>
              <a:rPr lang="en-US" dirty="0" err="1">
                <a:solidFill>
                  <a:schemeClr val="accent1"/>
                </a:solidFill>
              </a:rPr>
              <a:t>oe</a:t>
            </a:r>
            <a:r>
              <a:rPr lang="en-US" dirty="0" err="1">
                <a:solidFill>
                  <a:schemeClr val="tx1"/>
                </a:solidFill>
              </a:rPr>
              <a:t>F</a:t>
            </a:r>
            <a:r>
              <a:rPr lang="en-US" dirty="0" err="1">
                <a:solidFill>
                  <a:schemeClr val="accent1"/>
                </a:solidFill>
              </a:rPr>
              <a:t>e</a:t>
            </a:r>
            <a:r>
              <a:rPr lang="en-US" dirty="0" err="1">
                <a:solidFill>
                  <a:schemeClr val="tx1"/>
                </a:solidFill>
              </a:rPr>
              <a:t>E</a:t>
            </a:r>
            <a:r>
              <a:rPr lang="en-US" dirty="0" err="1">
                <a:solidFill>
                  <a:schemeClr val="accent1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…`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 try ‘</a:t>
            </a:r>
            <a:r>
              <a:rPr lang="en-US" dirty="0">
                <a:solidFill>
                  <a:schemeClr val="tx1"/>
                </a:solidFill>
              </a:rPr>
              <a:t>M’=E(‘</a:t>
            </a:r>
            <a:r>
              <a:rPr lang="en-US" dirty="0">
                <a:solidFill>
                  <a:schemeClr val="accent1"/>
                </a:solidFill>
              </a:rPr>
              <a:t>o</a:t>
            </a:r>
            <a:r>
              <a:rPr lang="en-US" dirty="0">
                <a:solidFill>
                  <a:schemeClr val="tx1"/>
                </a:solidFill>
              </a:rPr>
              <a:t>’)…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5004047" y="1591951"/>
            <a:ext cx="1008113" cy="380163"/>
          </a:xfrm>
          <a:prstGeom prst="ellipse">
            <a:avLst/>
          </a:prstGeom>
          <a:solidFill>
            <a:srgbClr val="FFFF00">
              <a:alpha val="3294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1A21811-BA21-5440-983D-673F92645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52936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92448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OHX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VG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G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that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DB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XAI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endParaRPr lang="en-AU" altLang="zh-CN" sz="2000">
              <a:solidFill>
                <a:schemeClr val="accent1"/>
              </a:solidFill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ith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endParaRPr lang="en-AU" altLang="zh-CN" sz="2000"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tati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B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the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iet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DJ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OH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Sorted: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211991"/>
              </p:ext>
            </p:extLst>
          </p:nvPr>
        </p:nvGraphicFramePr>
        <p:xfrm>
          <a:off x="611560" y="3230404"/>
          <a:ext cx="749253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err="1">
                          <a:solidFill>
                            <a:schemeClr val="accent1"/>
                          </a:solidFill>
                        </a:rPr>
                        <a:t>i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392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9363" y="4308447"/>
          <a:ext cx="74925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299095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9805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9512" y="5366822"/>
            <a:ext cx="7308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Next common in ciphertext is O and in English is </a:t>
            </a:r>
            <a:r>
              <a:rPr lang="en-US">
                <a:solidFill>
                  <a:schemeClr val="accent1"/>
                </a:solidFill>
              </a:rPr>
              <a:t>s</a:t>
            </a:r>
            <a:r>
              <a:rPr lang="en-US">
                <a:solidFill>
                  <a:schemeClr val="tx1"/>
                </a:solidFill>
              </a:rPr>
              <a:t>… go for it: O=E(</a:t>
            </a:r>
            <a:r>
              <a:rPr lang="en-US">
                <a:solidFill>
                  <a:schemeClr val="accent1"/>
                </a:solidFill>
              </a:rPr>
              <a:t>s</a:t>
            </a:r>
            <a:r>
              <a:rPr lang="en-US">
                <a:solidFill>
                  <a:schemeClr val="tx1"/>
                </a:solidFill>
              </a:rPr>
              <a:t>)!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B262D27-4735-EA47-9CBE-D4776C7C1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52936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291022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as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is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ose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VG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este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G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that 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se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DB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XAI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endParaRPr lang="en-AU" altLang="zh-CN" sz="2000">
              <a:solidFill>
                <a:schemeClr val="accent1"/>
              </a:solidFill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ts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ith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endParaRPr lang="en-AU" altLang="zh-CN" sz="2000"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ese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tati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eso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B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the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iet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DJ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os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Sorted: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11560" y="3230404"/>
          <a:ext cx="749253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err="1">
                          <a:solidFill>
                            <a:schemeClr val="accent1"/>
                          </a:solidFill>
                        </a:rPr>
                        <a:t>i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altLang="zh-CN" sz="18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</a:rPr>
                        <a:t>s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392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9363" y="4308447"/>
          <a:ext cx="74925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299095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9805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9512" y="5366822"/>
            <a:ext cx="7690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`</a:t>
            </a:r>
            <a:r>
              <a:rPr lang="en-US">
                <a:solidFill>
                  <a:schemeClr val="accent1"/>
                </a:solidFill>
              </a:rPr>
              <a:t>that</a:t>
            </a:r>
            <a:r>
              <a:rPr lang="en-US">
                <a:solidFill>
                  <a:schemeClr val="tx1"/>
                </a:solidFill>
              </a:rPr>
              <a:t>’ is mostly one word. Most common last-letter not assigned yet is `</a:t>
            </a:r>
            <a:r>
              <a:rPr lang="en-US">
                <a:solidFill>
                  <a:schemeClr val="accent1"/>
                </a:solidFill>
              </a:rPr>
              <a:t>y</a:t>
            </a:r>
            <a:r>
              <a:rPr lang="en-US">
                <a:solidFill>
                  <a:schemeClr val="tx1"/>
                </a:solidFill>
              </a:rPr>
              <a:t>`, 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which is not a common word, so: G=E(</a:t>
            </a:r>
            <a:r>
              <a:rPr lang="en-US">
                <a:solidFill>
                  <a:schemeClr val="accent1"/>
                </a:solidFill>
              </a:rPr>
              <a:t>y</a:t>
            </a:r>
            <a:r>
              <a:rPr lang="en-US">
                <a:solidFill>
                  <a:schemeClr val="tx1"/>
                </a:solidFill>
              </a:rPr>
              <a:t>)…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199999" y="1607685"/>
            <a:ext cx="299993" cy="380163"/>
          </a:xfrm>
          <a:prstGeom prst="ellipse">
            <a:avLst/>
          </a:prstGeom>
          <a:solidFill>
            <a:srgbClr val="FFFF00">
              <a:alpha val="3294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6A0D09D-E3BC-A04D-B6C1-C0F63673B9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63822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87104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as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is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ose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yeste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ay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that 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se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DB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XAI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endParaRPr lang="en-AU" altLang="zh-CN" sz="2000">
              <a:solidFill>
                <a:schemeClr val="accent1"/>
              </a:solidFill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ts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ith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endParaRPr lang="en-AU" altLang="zh-CN" sz="2000"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YE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ese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tati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eso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B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the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iet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DJ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os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Sorted: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11560" y="3230404"/>
          <a:ext cx="749253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err="1">
                          <a:solidFill>
                            <a:schemeClr val="accent1"/>
                          </a:solidFill>
                        </a:rPr>
                        <a:t>i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altLang="zh-CN" sz="18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</a:rPr>
                        <a:t>s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392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355543"/>
              </p:ext>
            </p:extLst>
          </p:nvPr>
        </p:nvGraphicFramePr>
        <p:xfrm>
          <a:off x="599363" y="4308447"/>
          <a:ext cx="74925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299095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9805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9512" y="5366822"/>
            <a:ext cx="7105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We now simply recognize the (quite common) word `</a:t>
            </a:r>
            <a:r>
              <a:rPr lang="en-US">
                <a:solidFill>
                  <a:schemeClr val="accent1"/>
                </a:solidFill>
              </a:rPr>
              <a:t>yesterday</a:t>
            </a:r>
            <a:r>
              <a:rPr lang="en-US">
                <a:solidFill>
                  <a:schemeClr val="tx1"/>
                </a:solidFill>
              </a:rPr>
              <a:t>’, so:</a:t>
            </a:r>
          </a:p>
          <a:p>
            <a:r>
              <a:rPr lang="en-US">
                <a:solidFill>
                  <a:schemeClr val="tx1"/>
                </a:solidFill>
              </a:rPr>
              <a:t>E=E(</a:t>
            </a:r>
            <a:r>
              <a:rPr lang="en-US">
                <a:solidFill>
                  <a:schemeClr val="accent1"/>
                </a:solidFill>
              </a:rPr>
              <a:t>r</a:t>
            </a:r>
            <a:r>
              <a:rPr lang="en-US">
                <a:solidFill>
                  <a:schemeClr val="tx1"/>
                </a:solidFill>
              </a:rPr>
              <a:t>), V=E(</a:t>
            </a:r>
            <a:r>
              <a:rPr lang="en-US">
                <a:solidFill>
                  <a:schemeClr val="accent1"/>
                </a:solidFill>
              </a:rPr>
              <a:t>d</a:t>
            </a:r>
            <a:r>
              <a:rPr lang="en-US">
                <a:solidFill>
                  <a:schemeClr val="tx1"/>
                </a:solidFill>
              </a:rPr>
              <a:t>)…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3059832" y="1598781"/>
            <a:ext cx="1450871" cy="380163"/>
          </a:xfrm>
          <a:prstGeom prst="ellipse">
            <a:avLst/>
          </a:prstGeom>
          <a:solidFill>
            <a:srgbClr val="FFFF00">
              <a:alpha val="3294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E14030F-B1DF-F04E-B65A-5E5ED06485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52936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70792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asdis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osed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yesterday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that 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se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era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DB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or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XAI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endParaRPr lang="en-AU" altLang="zh-CN" sz="2000">
              <a:solidFill>
                <a:schemeClr val="accent1"/>
              </a:solidFill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dire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ts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ade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ith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endParaRPr lang="en-AU" altLang="zh-CN" sz="2000"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re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rese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tati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eso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B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the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iet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DJ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DT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os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Sorted: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954138"/>
              </p:ext>
            </p:extLst>
          </p:nvPr>
        </p:nvGraphicFramePr>
        <p:xfrm>
          <a:off x="611560" y="3230404"/>
          <a:ext cx="749253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err="1">
                          <a:solidFill>
                            <a:schemeClr val="accent1"/>
                          </a:solidFill>
                        </a:rPr>
                        <a:t>i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altLang="zh-CN" sz="18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</a:rPr>
                        <a:t>s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392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9363" y="4308447"/>
          <a:ext cx="74925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299095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9805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9512" y="5366822"/>
            <a:ext cx="851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Next unused common letter is </a:t>
            </a:r>
            <a:r>
              <a:rPr lang="en-US">
                <a:solidFill>
                  <a:schemeClr val="accent1"/>
                </a:solidFill>
              </a:rPr>
              <a:t>n </a:t>
            </a:r>
            <a:r>
              <a:rPr lang="en-US">
                <a:solidFill>
                  <a:schemeClr val="tx1"/>
                </a:solidFill>
              </a:rPr>
              <a:t>(by far). But H doesn’t seem to fit… so D=E(</a:t>
            </a:r>
            <a:r>
              <a:rPr lang="en-US">
                <a:solidFill>
                  <a:schemeClr val="accent1"/>
                </a:solidFill>
              </a:rPr>
              <a:t>n</a:t>
            </a:r>
            <a:r>
              <a:rPr lang="en-US">
                <a:solidFill>
                  <a:schemeClr val="tx1"/>
                </a:solidFill>
              </a:rPr>
              <a:t>)…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E4E6977-266B-6C4C-8183-2A2A41A03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52936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912030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asdis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osed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yesterday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that 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se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era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B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or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XAI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endParaRPr lang="en-AU" altLang="zh-CN" sz="2000">
              <a:solidFill>
                <a:schemeClr val="accent1"/>
              </a:solidFill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dire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onta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ts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een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ade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ith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endParaRPr lang="en-AU" altLang="zh-CN" sz="2000"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re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resentati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eso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B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the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iet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J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os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Sorted: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11560" y="3230404"/>
          <a:ext cx="749253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err="1">
                          <a:solidFill>
                            <a:schemeClr val="accent1"/>
                          </a:solidFill>
                        </a:rPr>
                        <a:t>i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altLang="zh-CN" sz="18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</a:rPr>
                        <a:t>s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392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9363" y="4308447"/>
          <a:ext cx="74925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299095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9805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9512" y="5366822"/>
            <a:ext cx="7090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Long string with only one cipher-letter, H… only </a:t>
            </a:r>
            <a:r>
              <a:rPr lang="en-US">
                <a:solidFill>
                  <a:schemeClr val="accent1"/>
                </a:solidFill>
              </a:rPr>
              <a:t>c</a:t>
            </a:r>
            <a:r>
              <a:rPr lang="en-US">
                <a:solidFill>
                  <a:schemeClr val="tx1"/>
                </a:solidFill>
              </a:rPr>
              <a:t> fits so: H=E(</a:t>
            </a:r>
            <a:r>
              <a:rPr lang="en-US">
                <a:solidFill>
                  <a:schemeClr val="accent1"/>
                </a:solidFill>
              </a:rPr>
              <a:t>c</a:t>
            </a:r>
            <a:r>
              <a:rPr lang="en-US">
                <a:solidFill>
                  <a:schemeClr val="tx1"/>
                </a:solidFill>
              </a:rPr>
              <a:t>)… 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827584" y="1972114"/>
            <a:ext cx="2160240" cy="380163"/>
          </a:xfrm>
          <a:prstGeom prst="ellipse">
            <a:avLst/>
          </a:prstGeom>
          <a:solidFill>
            <a:srgbClr val="FFFF00">
              <a:alpha val="3294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8769CA5-AA2A-C643-B0DF-0CED05D79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52936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2924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asdisc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osed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yesterday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that 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se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era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B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or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XAI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endParaRPr lang="en-AU" altLang="zh-CN" sz="2000">
              <a:solidFill>
                <a:schemeClr val="accent1"/>
              </a:solidFill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direct contacts 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een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ade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ith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itica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X</a:t>
            </a:r>
            <a:endParaRPr lang="en-AU" altLang="zh-CN" sz="2000"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re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resentati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eso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B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the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ietcon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J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osco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Sorted: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538617"/>
              </p:ext>
            </p:extLst>
          </p:nvPr>
        </p:nvGraphicFramePr>
        <p:xfrm>
          <a:off x="611560" y="3230404"/>
          <a:ext cx="749253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err="1">
                          <a:solidFill>
                            <a:schemeClr val="accent1"/>
                          </a:solidFill>
                        </a:rPr>
                        <a:t>i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altLang="zh-CN" sz="18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</a:rPr>
                        <a:t>s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392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9363" y="4308447"/>
          <a:ext cx="74925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299095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9805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9512" y="5366822"/>
            <a:ext cx="798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Next common cipher-letter is X and plain-letter is </a:t>
            </a:r>
            <a:r>
              <a:rPr lang="en-US">
                <a:solidFill>
                  <a:schemeClr val="accent1"/>
                </a:solidFill>
              </a:rPr>
              <a:t>l</a:t>
            </a:r>
            <a:r>
              <a:rPr lang="en-US">
                <a:solidFill>
                  <a:schemeClr val="tx1"/>
                </a:solidFill>
              </a:rPr>
              <a:t>, and it indeed fits: X=E(</a:t>
            </a:r>
            <a:r>
              <a:rPr lang="en-US">
                <a:solidFill>
                  <a:schemeClr val="accent1"/>
                </a:solidFill>
              </a:rPr>
              <a:t>l</a:t>
            </a:r>
            <a:r>
              <a:rPr lang="en-US">
                <a:solidFill>
                  <a:schemeClr val="tx1"/>
                </a:solidFill>
              </a:rPr>
              <a:t>) !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F8F08C2-F89E-F843-BA43-99D6E16AE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63822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84747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as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 disclosed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yesterday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that 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se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eralin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B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or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al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AI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endParaRPr lang="en-AU" altLang="zh-CN" sz="2000">
              <a:solidFill>
                <a:schemeClr val="accent1"/>
              </a:solidFill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direct contacts 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een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ade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ith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olitical</a:t>
            </a:r>
            <a:endParaRPr lang="en-AU" altLang="zh-CN" sz="2000"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re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Y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resentati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eso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B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the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F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ietcon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J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osco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Q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Sorted: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389241"/>
              </p:ext>
            </p:extLst>
          </p:nvPr>
        </p:nvGraphicFramePr>
        <p:xfrm>
          <a:off x="611560" y="3230404"/>
          <a:ext cx="749253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err="1">
                          <a:solidFill>
                            <a:schemeClr val="accent1"/>
                          </a:solidFill>
                        </a:rPr>
                        <a:t>i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altLang="zh-CN" sz="18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</a:rPr>
                        <a:t>s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392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9363" y="4308447"/>
          <a:ext cx="74925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299095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9805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04777" y="5552996"/>
            <a:ext cx="7434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Next identify text begins with `it was’ and also two quite common words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so : Q=E(</a:t>
            </a:r>
            <a:r>
              <a:rPr lang="en-US">
                <a:solidFill>
                  <a:schemeClr val="accent1"/>
                </a:solidFill>
              </a:rPr>
              <a:t>w</a:t>
            </a:r>
            <a:r>
              <a:rPr lang="en-US">
                <a:solidFill>
                  <a:schemeClr val="tx1"/>
                </a:solidFill>
              </a:rPr>
              <a:t>), Y=E(</a:t>
            </a:r>
            <a:r>
              <a:rPr lang="en-US">
                <a:solidFill>
                  <a:schemeClr val="accent1"/>
                </a:solidFill>
              </a:rPr>
              <a:t>p</a:t>
            </a:r>
            <a:r>
              <a:rPr lang="en-US">
                <a:solidFill>
                  <a:schemeClr val="tx1"/>
                </a:solidFill>
              </a:rPr>
              <a:t>), F=E(</a:t>
            </a:r>
            <a:r>
              <a:rPr lang="en-US">
                <a:solidFill>
                  <a:schemeClr val="accent1"/>
                </a:solidFill>
              </a:rPr>
              <a:t>v</a:t>
            </a:r>
            <a:r>
              <a:rPr lang="en-US">
                <a:solidFill>
                  <a:schemeClr val="tx1"/>
                </a:solidFill>
              </a:rPr>
              <a:t>) !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5796136" y="1967359"/>
            <a:ext cx="1450871" cy="380163"/>
          </a:xfrm>
          <a:prstGeom prst="ellipse">
            <a:avLst/>
          </a:prstGeom>
          <a:solidFill>
            <a:srgbClr val="FFFF00">
              <a:alpha val="3294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827584" y="2347522"/>
            <a:ext cx="2242177" cy="380163"/>
          </a:xfrm>
          <a:prstGeom prst="ellipse">
            <a:avLst/>
          </a:prstGeom>
          <a:solidFill>
            <a:srgbClr val="FFFF00">
              <a:alpha val="3294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755577" y="1637015"/>
            <a:ext cx="1008112" cy="380163"/>
          </a:xfrm>
          <a:prstGeom prst="ellipse">
            <a:avLst/>
          </a:prstGeom>
          <a:solidFill>
            <a:srgbClr val="FFFF00">
              <a:alpha val="3294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022D9CB3-715E-D049-AB6C-E864CC346B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52936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55777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 was disclosed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yesterday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that several 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B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or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al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AI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endParaRPr lang="en-AU" altLang="zh-CN" sz="2000">
              <a:solidFill>
                <a:schemeClr val="accent1"/>
              </a:solidFill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direct contacts </a:t>
            </a:r>
            <a:r>
              <a:rPr lang="en-AU" altLang="zh-CN" sz="200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ave 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A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een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ade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 with political</a:t>
            </a:r>
            <a:endParaRPr lang="en-AU" altLang="zh-CN" sz="2000"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representatives 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B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thev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ietcon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J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in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T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oscow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Sorted: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634817"/>
              </p:ext>
            </p:extLst>
          </p:nvPr>
        </p:nvGraphicFramePr>
        <p:xfrm>
          <a:off x="611560" y="3230404"/>
          <a:ext cx="749253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err="1">
                          <a:solidFill>
                            <a:schemeClr val="accent1"/>
                          </a:solidFill>
                        </a:rPr>
                        <a:t>i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altLang="zh-CN" sz="18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</a:rPr>
                        <a:t>s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392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503057"/>
              </p:ext>
            </p:extLst>
          </p:nvPr>
        </p:nvGraphicFramePr>
        <p:xfrm>
          <a:off x="599363" y="4308447"/>
          <a:ext cx="74925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299095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9805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04777" y="5552996"/>
            <a:ext cx="723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Next: `</a:t>
            </a:r>
            <a:r>
              <a:rPr lang="en-US" err="1">
                <a:solidFill>
                  <a:schemeClr val="tx1"/>
                </a:solidFill>
              </a:rPr>
              <a:t>oB</a:t>
            </a:r>
            <a:r>
              <a:rPr lang="en-US">
                <a:solidFill>
                  <a:schemeClr val="tx1"/>
                </a:solidFill>
              </a:rPr>
              <a:t>’-&gt;`of’, ‘</a:t>
            </a:r>
            <a:r>
              <a:rPr lang="en-US" err="1">
                <a:solidFill>
                  <a:schemeClr val="tx1"/>
                </a:solidFill>
              </a:rPr>
              <a:t>Aeen</a:t>
            </a:r>
            <a:r>
              <a:rPr lang="en-US">
                <a:solidFill>
                  <a:schemeClr val="tx1"/>
                </a:solidFill>
              </a:rPr>
              <a:t>’-&gt;been, `</a:t>
            </a:r>
            <a:r>
              <a:rPr lang="en-US" err="1">
                <a:solidFill>
                  <a:schemeClr val="tx1"/>
                </a:solidFill>
              </a:rPr>
              <a:t>Tade</a:t>
            </a:r>
            <a:r>
              <a:rPr lang="en-US">
                <a:solidFill>
                  <a:schemeClr val="tx1"/>
                </a:solidFill>
              </a:rPr>
              <a:t>’-&gt;made, `</a:t>
            </a:r>
            <a:r>
              <a:rPr lang="en-US" err="1">
                <a:solidFill>
                  <a:schemeClr val="tx1"/>
                </a:solidFill>
              </a:rPr>
              <a:t>vietconJ</a:t>
            </a:r>
            <a:r>
              <a:rPr lang="en-US">
                <a:solidFill>
                  <a:schemeClr val="tx1"/>
                </a:solidFill>
              </a:rPr>
              <a:t>’-&gt;Vietcong, ..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6391D94-EE8C-7B4F-8AF4-A2C8B5AC3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52936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325293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ＭＳ Ｐゴシック" pitchFamily="34" charset="-128"/>
              </a:rPr>
              <a:t>Example: Frequency Cryptanalysis</a:t>
            </a:r>
            <a:endParaRPr lang="en-AU" altLang="zh-CN">
              <a:ea typeface="ＭＳ Ｐゴシック" pitchFamily="34" charset="-128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1124744"/>
            <a:ext cx="8610600" cy="21056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it was disclosed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yesterday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that several informal 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b</a:t>
            </a:r>
            <a:r>
              <a:rPr lang="en-AU" altLang="zh-CN" sz="2000" err="1"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t</a:t>
            </a:r>
            <a:endParaRPr lang="en-AU" altLang="zh-CN" sz="2000">
              <a:solidFill>
                <a:schemeClr val="accent1"/>
              </a:solidFill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direct contacts </a:t>
            </a:r>
            <a:r>
              <a:rPr lang="en-AU" altLang="zh-CN" sz="200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h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ave been made with political</a:t>
            </a:r>
            <a:endParaRPr lang="en-AU" altLang="zh-CN" sz="2000">
              <a:latin typeface="Courier New" pitchFamily="49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representatives of</a:t>
            </a:r>
            <a:r>
              <a:rPr lang="en-AU" altLang="zh-CN" sz="2000">
                <a:latin typeface="Courier New" pitchFamily="49" charset="0"/>
                <a:ea typeface="ＭＳ Ｐゴシック" pitchFamily="34" charset="-128"/>
              </a:rPr>
              <a:t> </a:t>
            </a:r>
            <a:r>
              <a:rPr lang="en-AU" altLang="zh-CN" sz="200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the </a:t>
            </a:r>
            <a:r>
              <a:rPr lang="en-AU" altLang="zh-CN" sz="2000" err="1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v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ietcong</a:t>
            </a:r>
            <a:r>
              <a:rPr lang="en-AU" altLang="zh-CN" sz="2000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 in </a:t>
            </a:r>
            <a:r>
              <a:rPr lang="en-AU" altLang="zh-CN" sz="2000" err="1">
                <a:solidFill>
                  <a:schemeClr val="accent1"/>
                </a:solidFill>
                <a:latin typeface="Courier New" pitchFamily="49" charset="0"/>
                <a:ea typeface="ＭＳ Ｐゴシック" pitchFamily="34" charset="-128"/>
              </a:rPr>
              <a:t>moscow</a:t>
            </a:r>
            <a:endParaRPr lang="en-US" altLang="zh-CN" sz="28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ＭＳ Ｐゴシック" pitchFamily="34" charset="-128"/>
              </a:rPr>
              <a:t>Sorted: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11560" y="3230404"/>
          <a:ext cx="749253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70747377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err="1">
                          <a:solidFill>
                            <a:schemeClr val="accent1"/>
                          </a:solidFill>
                        </a:rPr>
                        <a:t>i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altLang="zh-CN" sz="1800">
                          <a:solidFill>
                            <a:schemeClr val="accent1"/>
                          </a:solidFill>
                          <a:latin typeface="Courier New" pitchFamily="49" charset="0"/>
                          <a:ea typeface="ＭＳ Ｐゴシック" pitchFamily="34" charset="-128"/>
                        </a:rPr>
                        <a:t>s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392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036665"/>
              </p:ext>
            </p:extLst>
          </p:nvPr>
        </p:nvGraphicFramePr>
        <p:xfrm>
          <a:off x="599363" y="4308447"/>
          <a:ext cx="74925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9">
                  <a:extLst>
                    <a:ext uri="{9D8B030D-6E8A-4147-A177-3AD203B41FA5}">
                      <a16:colId xmlns:a16="http://schemas.microsoft.com/office/drawing/2014/main" val="269263421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023492918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741342372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6115216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1857722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776435587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629022904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57725616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229252416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3595821425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665686129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1058948293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val="4146016592"/>
                    </a:ext>
                  </a:extLst>
                </a:gridCol>
              </a:tblGrid>
              <a:tr h="299095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279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accent1"/>
                          </a:solidFill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9805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04777" y="5552996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(finally: I=E(</a:t>
            </a:r>
            <a:r>
              <a:rPr lang="en-US">
                <a:solidFill>
                  <a:schemeClr val="accent1"/>
                </a:solidFill>
              </a:rPr>
              <a:t>u</a:t>
            </a:r>
            <a:r>
              <a:rPr lang="en-US">
                <a:solidFill>
                  <a:schemeClr val="tx1"/>
                </a:solidFill>
              </a:rPr>
              <a:t>) )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17F451C-B98C-5846-9D94-35F01D329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52936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846023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Security-by-Obscurity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Previous ciphers’ security relied on obscurity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/>
              <a:t>I.e., hope attacker does not know cipher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Used extensively until 1883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/>
              <a:t>Usually cryptanalyzed especially after encryption devices were captured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happened in 1883?? 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/>
              <a:t>A conceptual leap in cryptography and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102CE-1239-274D-BB8C-1D4F60DE5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6944" y="6252936"/>
            <a:ext cx="48350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72209-38A1-47DD-890B-F8694B838429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398455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242050"/>
            <a:ext cx="450850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EBA394-6DB9-4E12-BD7A-F2B197753D8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he-IL" sz="1800" dirty="0"/>
          </a:p>
        </p:txBody>
      </p:sp>
      <p:sp>
        <p:nvSpPr>
          <p:cNvPr id="3379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260648"/>
            <a:ext cx="8562975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3800" dirty="0" err="1"/>
              <a:t>Kerckhoffs</a:t>
            </a:r>
            <a:r>
              <a:rPr lang="en-US" altLang="he-IL" sz="3800" dirty="0"/>
              <a:t>’ Known Design Principle [1883]</a:t>
            </a: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981075"/>
            <a:ext cx="8650288" cy="5368925"/>
          </a:xfrm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Assume adversary knows the design – everything except the secret keys </a:t>
            </a:r>
          </a:p>
          <a:p>
            <a:pPr marL="336550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No `security by obscurity’ </a:t>
            </a:r>
          </a:p>
          <a:p>
            <a:pPr marL="736600" lvl="1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Although attacking obscure design </a:t>
            </a:r>
            <a:r>
              <a:rPr lang="en-US" altLang="he-IL" u="sng" dirty="0"/>
              <a:t>is</a:t>
            </a:r>
            <a:r>
              <a:rPr lang="en-US" altLang="he-IL" dirty="0"/>
              <a:t> harder</a:t>
            </a:r>
          </a:p>
          <a:p>
            <a:pPr marL="336550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Why assume/use public design? </a:t>
            </a:r>
          </a:p>
          <a:p>
            <a:pPr marL="736600" lvl="1" indent="-279400" eaLnBrk="1" hangingPunct="1">
              <a:lnSpc>
                <a:spcPct val="90000"/>
              </a:lnSpc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No need to replace system once design is exposed</a:t>
            </a:r>
          </a:p>
          <a:p>
            <a:pPr marL="736600" lvl="1" indent="-279400" eaLnBrk="1" hangingPunct="1">
              <a:lnSpc>
                <a:spcPct val="90000"/>
              </a:lnSpc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Usually stronger</a:t>
            </a:r>
          </a:p>
          <a:p>
            <a:pPr marL="736600" lvl="1" indent="-279400" eaLnBrk="1" hangingPunct="1">
              <a:lnSpc>
                <a:spcPct val="90000"/>
              </a:lnSpc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Establish standards for multiple applications:</a:t>
            </a:r>
          </a:p>
          <a:p>
            <a:pPr lvl="2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Efficiency of production and of test attacks / cryptanalysis</a:t>
            </a:r>
          </a:p>
          <a:p>
            <a:pPr marL="336550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Secrecy is based only on secrecy of key</a:t>
            </a:r>
          </a:p>
        </p:txBody>
      </p:sp>
      <p:sp>
        <p:nvSpPr>
          <p:cNvPr id="33797" name="Text Box 3"/>
          <p:cNvSpPr txBox="1">
            <a:spLocks noChangeArrowheads="1"/>
          </p:cNvSpPr>
          <p:nvPr/>
        </p:nvSpPr>
        <p:spPr bwMode="auto">
          <a:xfrm>
            <a:off x="5562600" y="55895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he-IL"/>
              <a:t>a</a:t>
            </a:r>
            <a:endParaRPr lang="he-IL" altLang="he-IL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0486" y="6242050"/>
            <a:ext cx="439964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EBA394-6DB9-4E12-BD7A-F2B197753D8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he-IL" sz="1800" dirty="0"/>
          </a:p>
        </p:txBody>
      </p:sp>
      <p:sp>
        <p:nvSpPr>
          <p:cNvPr id="3379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260648"/>
            <a:ext cx="8562975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/>
              <a:t>Exhaustive Key Search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88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250825" y="1251857"/>
                <a:ext cx="8650288" cy="5098143"/>
              </a:xfrm>
            </p:spPr>
            <p:txBody>
              <a:bodyPr/>
              <a:lstStyle/>
              <a:p>
                <a:pPr marL="336550" indent="-336550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  <a:defRPr/>
                </a:pPr>
                <a:r>
                  <a:rPr lang="en-US" altLang="he-IL" dirty="0" err="1"/>
                  <a:t>Kerckhoffs</a:t>
                </a:r>
                <a:r>
                  <a:rPr lang="en-US" altLang="he-IL" dirty="0"/>
                  <a:t>: Secrecy ≤ secrecy of key </a:t>
                </a:r>
                <a:r>
                  <a:rPr lang="en-US" altLang="he-I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</a:p>
              <a:p>
                <a:pPr marL="336550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>
                    <a:solidFill>
                      <a:srgbClr val="FF0000"/>
                    </a:solidFill>
                  </a:rPr>
                  <a:t>Exhaustive Key Search: </a:t>
                </a:r>
                <a:r>
                  <a:rPr lang="en-US" altLang="he-IL" dirty="0"/>
                  <a:t>try all keys </a:t>
                </a:r>
                <a14:m>
                  <m:oMath xmlns:m="http://schemas.openxmlformats.org/officeDocument/2006/math">
                    <m:r>
                      <a:rPr lang="en-US" altLang="he-IL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he-IL" b="0" i="1" smtClean="0">
                        <a:latin typeface="Cambria Math" panose="02040503050406030204" pitchFamily="18" charset="0"/>
                      </a:rPr>
                      <m:t>′∈</m:t>
                    </m:r>
                    <m:sSup>
                      <m:sSupPr>
                        <m:ctrlPr>
                          <a:rPr lang="en-US" alt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he-I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he-I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endParaRPr lang="en-US" altLang="he-IL" dirty="0"/>
              </a:p>
              <a:p>
                <a:pPr marL="336550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How to identify correct key </a:t>
                </a:r>
                <a14:m>
                  <m:oMath xmlns:m="http://schemas.openxmlformats.org/officeDocument/2006/math">
                    <m:r>
                      <a:rPr lang="en-US" altLang="he-IL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he-IL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he-I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he-IL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he-IL" dirty="0"/>
                  <a:t> ??</a:t>
                </a:r>
              </a:p>
              <a:p>
                <a:pPr marL="336550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Depends on </a:t>
                </a:r>
                <a:r>
                  <a:rPr lang="en-US" altLang="he-IL" b="1" dirty="0"/>
                  <a:t>attacker capability (model)</a:t>
                </a:r>
              </a:p>
              <a:p>
                <a:pPr marL="736600" lvl="1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Critical element of security analysis!!</a:t>
                </a:r>
              </a:p>
              <a:p>
                <a:pPr marL="736600" lvl="1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Attack models we will study:</a:t>
                </a: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Cipher-Text Only attack (COA) </a:t>
                </a: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Known-plaintext attack (KPA)</a:t>
                </a: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Chosen-plaintext attack (CPA)</a:t>
                </a: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Chosen-ciphertext attack (CCA)</a:t>
                </a:r>
              </a:p>
            </p:txBody>
          </p:sp>
        </mc:Choice>
        <mc:Fallback>
          <p:sp>
            <p:nvSpPr>
              <p:cNvPr id="163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50825" y="1251857"/>
                <a:ext cx="8650288" cy="5098143"/>
              </a:xfrm>
              <a:blipFill>
                <a:blip r:embed="rId3"/>
                <a:stretch>
                  <a:fillRect l="-587" t="-2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89369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41744" y="6242050"/>
            <a:ext cx="53870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EBA394-6DB9-4E12-BD7A-F2B197753D8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he-IL" sz="1800" dirty="0"/>
          </a:p>
        </p:txBody>
      </p:sp>
      <p:sp>
        <p:nvSpPr>
          <p:cNvPr id="3379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260648"/>
            <a:ext cx="8562975" cy="1143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CC9900"/>
              </a:buClr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sz="4000" dirty="0"/>
              <a:t>Cipher-Text Only (COA) attack</a:t>
            </a: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124497"/>
            <a:ext cx="8650288" cy="1923335"/>
          </a:xfrm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sz="2400" dirty="0"/>
              <a:t>Adversary (or attacker) has previous knowledge about all possible plaintexts, like their distribution.</a:t>
            </a:r>
          </a:p>
          <a:p>
            <a:pPr marL="336550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sz="2400" dirty="0"/>
              <a:t>Attacker’s goal is to infer info about the challenge plaintext m* beyond the initial info it has.</a:t>
            </a:r>
          </a:p>
          <a:p>
            <a:pPr marL="736600" lvl="1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sz="2000" dirty="0"/>
              <a:t>This is given only ciphertexts and the plaintext distribution</a:t>
            </a:r>
          </a:p>
          <a:p>
            <a:pPr marL="0" indent="0" eaLnBrk="1" hangingPunct="1">
              <a:lnSpc>
                <a:spcPct val="90000"/>
              </a:lnSpc>
              <a:buClr>
                <a:srgbClr val="CC9900"/>
              </a:buClr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br>
              <a:rPr lang="en-US" altLang="he-IL" sz="2400" dirty="0"/>
            </a:br>
            <a:br>
              <a:rPr lang="en-US" altLang="he-IL" sz="2400" dirty="0"/>
            </a:br>
            <a:endParaRPr lang="en-US" altLang="he-IL" sz="2400" dirty="0"/>
          </a:p>
          <a:p>
            <a:pPr marL="0" indent="0" eaLnBrk="1" hangingPunct="1">
              <a:lnSpc>
                <a:spcPct val="90000"/>
              </a:lnSpc>
              <a:buClr>
                <a:srgbClr val="CC9900"/>
              </a:buClr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br>
              <a:rPr lang="en-US" altLang="he-IL" sz="2400" dirty="0"/>
            </a:br>
            <a:endParaRPr lang="en-US" altLang="he-IL" sz="2400" dirty="0"/>
          </a:p>
        </p:txBody>
      </p:sp>
      <p:sp>
        <p:nvSpPr>
          <p:cNvPr id="33797" name="Text Box 3"/>
          <p:cNvSpPr txBox="1">
            <a:spLocks noChangeArrowheads="1"/>
          </p:cNvSpPr>
          <p:nvPr/>
        </p:nvSpPr>
        <p:spPr bwMode="auto">
          <a:xfrm>
            <a:off x="5562600" y="55895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he-IL"/>
              <a:t>a</a:t>
            </a:r>
            <a:endParaRPr lang="he-IL" altLang="he-IL"/>
          </a:p>
        </p:txBody>
      </p:sp>
      <p:sp>
        <p:nvSpPr>
          <p:cNvPr id="34" name="Rectangle 3"/>
          <p:cNvSpPr>
            <a:spLocks noChangeArrowheads="1"/>
          </p:cNvSpPr>
          <p:nvPr/>
        </p:nvSpPr>
        <p:spPr bwMode="auto">
          <a:xfrm>
            <a:off x="1288923" y="3671037"/>
            <a:ext cx="797543" cy="413789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he-IL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6140174" y="3671037"/>
            <a:ext cx="803739" cy="413789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he-IL" sz="2400" i="1" baseline="-25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he-IL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Line 5"/>
          <p:cNvSpPr>
            <a:spLocks noChangeShapeType="1"/>
          </p:cNvSpPr>
          <p:nvPr/>
        </p:nvSpPr>
        <p:spPr bwMode="auto">
          <a:xfrm>
            <a:off x="833970" y="3917023"/>
            <a:ext cx="451151" cy="83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7" name="Line 6"/>
          <p:cNvSpPr>
            <a:spLocks noChangeShapeType="1"/>
          </p:cNvSpPr>
          <p:nvPr/>
        </p:nvSpPr>
        <p:spPr bwMode="auto">
          <a:xfrm>
            <a:off x="2090269" y="3917019"/>
            <a:ext cx="4049288" cy="3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pic>
        <p:nvPicPr>
          <p:cNvPr id="39" name="Picture 38" descr="&lt;strong&gt;Alice&lt;/strong&gt; - Kingdom Hearts Wiki, the Kingdom Hearts encyclopedia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0924" y="3589264"/>
            <a:ext cx="420559" cy="763426"/>
          </a:xfrm>
          <a:prstGeom prst="rect">
            <a:avLst/>
          </a:prstGeom>
        </p:spPr>
      </p:pic>
      <p:pic>
        <p:nvPicPr>
          <p:cNvPr id="40" name="Picture 39" descr="SpongeBob is typically shown with buck teeth protruding from his smile ..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970" y="3589264"/>
            <a:ext cx="393479" cy="489402"/>
          </a:xfrm>
          <a:prstGeom prst="rect">
            <a:avLst/>
          </a:prstGeom>
        </p:spPr>
      </p:pic>
      <p:pic>
        <p:nvPicPr>
          <p:cNvPr id="41" name="Picture 40" descr="Awesome Demon by qubodup - Awesome style &lt;strong&gt;devil&lt;/strong&gt;/demon/satan smiley.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550" y="4948494"/>
            <a:ext cx="465510" cy="435834"/>
          </a:xfrm>
          <a:prstGeom prst="rect">
            <a:avLst/>
          </a:prstGeom>
        </p:spPr>
      </p:pic>
      <p:cxnSp>
        <p:nvCxnSpPr>
          <p:cNvPr id="42" name="Straight Arrow Connector 41"/>
          <p:cNvCxnSpPr/>
          <p:nvPr/>
        </p:nvCxnSpPr>
        <p:spPr bwMode="auto">
          <a:xfrm flipV="1">
            <a:off x="1795938" y="5151174"/>
            <a:ext cx="728837" cy="30784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/>
          <p:cNvCxnSpPr/>
          <p:nvPr/>
        </p:nvCxnSpPr>
        <p:spPr bwMode="auto">
          <a:xfrm flipH="1">
            <a:off x="2769819" y="4336024"/>
            <a:ext cx="8486" cy="542836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/>
          <p:cNvCxnSpPr>
            <a:endCxn id="45" idx="1"/>
          </p:cNvCxnSpPr>
          <p:nvPr/>
        </p:nvCxnSpPr>
        <p:spPr bwMode="auto">
          <a:xfrm>
            <a:off x="2992101" y="5063499"/>
            <a:ext cx="817124" cy="45876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TextBox 44"/>
          <p:cNvSpPr txBox="1"/>
          <p:nvPr/>
        </p:nvSpPr>
        <p:spPr>
          <a:xfrm>
            <a:off x="3809225" y="4786209"/>
            <a:ext cx="2274982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Info about </a:t>
            </a:r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m*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(beyond distribution)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52" y="4551651"/>
            <a:ext cx="479618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m*</a:t>
            </a:r>
          </a:p>
        </p:txBody>
      </p:sp>
      <p:cxnSp>
        <p:nvCxnSpPr>
          <p:cNvPr id="47" name="Straight Arrow Connector 46"/>
          <p:cNvCxnSpPr/>
          <p:nvPr/>
        </p:nvCxnSpPr>
        <p:spPr bwMode="auto">
          <a:xfrm flipH="1" flipV="1">
            <a:off x="1171004" y="4913824"/>
            <a:ext cx="250696" cy="52770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TextBox 47"/>
          <p:cNvSpPr txBox="1"/>
          <p:nvPr/>
        </p:nvSpPr>
        <p:spPr>
          <a:xfrm>
            <a:off x="2190766" y="3977058"/>
            <a:ext cx="3767378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i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i="1" baseline="-250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</a:t>
            </a:r>
            <a:r>
              <a:rPr lang="en-US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</a:t>
            </a:r>
            <a:r>
              <a:rPr lang="en-US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i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i="1" baseline="-250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</a:t>
            </a:r>
            <a:r>
              <a:rPr lang="en-US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… </a:t>
            </a:r>
            <a:r>
              <a:rPr lang="en-US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c*=</a:t>
            </a:r>
            <a:r>
              <a:rPr lang="en-US" i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i="1" baseline="-250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(m*)</a:t>
            </a:r>
          </a:p>
        </p:txBody>
      </p:sp>
      <p:cxnSp>
        <p:nvCxnSpPr>
          <p:cNvPr id="49" name="Straight Arrow Connector 48"/>
          <p:cNvCxnSpPr/>
          <p:nvPr/>
        </p:nvCxnSpPr>
        <p:spPr bwMode="auto">
          <a:xfrm flipH="1" flipV="1">
            <a:off x="1224147" y="4485335"/>
            <a:ext cx="326574" cy="624039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TextBox 50"/>
          <p:cNvSpPr txBox="1"/>
          <p:nvPr/>
        </p:nvSpPr>
        <p:spPr>
          <a:xfrm>
            <a:off x="833970" y="4111309"/>
            <a:ext cx="1011815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52" name="Line 5"/>
          <p:cNvSpPr>
            <a:spLocks noChangeShapeType="1"/>
          </p:cNvSpPr>
          <p:nvPr/>
        </p:nvSpPr>
        <p:spPr bwMode="auto">
          <a:xfrm>
            <a:off x="6943913" y="3883253"/>
            <a:ext cx="451151" cy="83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3" name="TextBox 52"/>
          <p:cNvSpPr txBox="1"/>
          <p:nvPr/>
        </p:nvSpPr>
        <p:spPr>
          <a:xfrm>
            <a:off x="7482614" y="3546480"/>
            <a:ext cx="466794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m*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0924" y="3947540"/>
            <a:ext cx="1120820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m1, m2,…</a:t>
            </a:r>
          </a:p>
        </p:txBody>
      </p:sp>
      <p:pic>
        <p:nvPicPr>
          <p:cNvPr id="25" name="Picture 2" descr="https://upload.wikimedia.org/wikipedia/commons/thumb/b/b0/English_letter_frequency_%28frequency%29.svg/380px-English_letter_frequency_%28frequency%29.svg.png"/>
          <p:cNvPicPr>
            <a:picLocks noGrp="1" noChangeAspect="1" noChangeArrowheads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34" y="5115705"/>
            <a:ext cx="748476" cy="63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32336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242050"/>
            <a:ext cx="450850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EBA394-6DB9-4E12-BD7A-F2B197753D8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he-IL" sz="1800" dirty="0"/>
          </a:p>
        </p:txBody>
      </p:sp>
      <p:sp>
        <p:nvSpPr>
          <p:cNvPr id="3379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260648"/>
            <a:ext cx="8562975" cy="1143000"/>
          </a:xfrm>
        </p:spPr>
        <p:txBody>
          <a:bodyPr/>
          <a:lstStyle/>
          <a:p>
            <a:pPr eaLnBrk="1" hangingPunct="1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/>
              <a:t>Exhaustive Key Search and COA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8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250825" y="1164771"/>
                <a:ext cx="8650288" cy="5185229"/>
              </a:xfrm>
            </p:spPr>
            <p:txBody>
              <a:bodyPr/>
              <a:lstStyle/>
              <a:p>
                <a:pPr marL="336550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>
                    <a:solidFill>
                      <a:srgbClr val="FF0000"/>
                    </a:solidFill>
                  </a:rPr>
                  <a:t>Exhaustive Key Search: </a:t>
                </a:r>
                <a:r>
                  <a:rPr lang="en-US" altLang="he-IL" dirty="0"/>
                  <a:t>try all keys </a:t>
                </a:r>
                <a14:m>
                  <m:oMath xmlns:m="http://schemas.openxmlformats.org/officeDocument/2006/math">
                    <m:r>
                      <a:rPr lang="en-US" altLang="he-IL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he-IL" i="1">
                        <a:latin typeface="Cambria Math" panose="02040503050406030204" pitchFamily="18" charset="0"/>
                      </a:rPr>
                      <m:t>′∈</m:t>
                    </m:r>
                    <m:sSup>
                      <m:sSupPr>
                        <m:ctrlPr>
                          <a:rPr lang="en-US" altLang="he-I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he-I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he-I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he-I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he-I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he-I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endParaRPr lang="en-US" altLang="he-IL" dirty="0"/>
              </a:p>
              <a:p>
                <a:pPr marL="336550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How to identify correct key </a:t>
                </a:r>
                <a14:m>
                  <m:oMath xmlns:m="http://schemas.openxmlformats.org/officeDocument/2006/math">
                    <m:r>
                      <a:rPr lang="en-US" altLang="he-IL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he-IL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he-IL" dirty="0"/>
                  <a:t> given COA??</a:t>
                </a:r>
              </a:p>
              <a:p>
                <a:pPr marL="736600" lvl="1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>
                    <a:solidFill>
                      <a:schemeClr val="tx1"/>
                    </a:solidFill>
                  </a:rPr>
                  <a:t>D</a:t>
                </a:r>
                <a:r>
                  <a:rPr lang="en-US" altLang="he-IL" dirty="0"/>
                  <a:t>ecrypt ciphertexts, then check resulting `plaintext’ </a:t>
                </a: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Let 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m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 </a:t>
                </a:r>
                <a:r>
                  <a:rPr lang="en-US" dirty="0">
                    <a:solidFill>
                      <a:schemeClr val="tx1"/>
                    </a:solidFill>
                  </a:rPr>
                  <a:t>be a set of random plaintext samples (adversary does not know these)</a:t>
                </a: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Let 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=E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c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=E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… </a:t>
                </a:r>
                <a:r>
                  <a:rPr lang="en-US" dirty="0">
                    <a:solidFill>
                      <a:schemeClr val="tx1"/>
                    </a:solidFill>
                  </a:rPr>
                  <a:t>be corresponding ciphertexts</a:t>
                </a: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To test if the key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compute set 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M’={D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k’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D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k’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…} 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If 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M’ </a:t>
                </a:r>
                <a:r>
                  <a:rPr lang="en-US" dirty="0"/>
                  <a:t>fits plaintext distribution: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he-IL" dirty="0"/>
                  <a:t> is probably the key</a:t>
                </a: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dirty="0"/>
                  <a:t>Otherwise: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he-IL" dirty="0"/>
                  <a:t> is probably </a:t>
                </a:r>
                <a:r>
                  <a:rPr lang="en-US" altLang="he-IL" u="sng" dirty="0"/>
                  <a:t>not</a:t>
                </a:r>
                <a:r>
                  <a:rPr lang="en-US" altLang="he-IL" dirty="0"/>
                  <a:t> the key</a:t>
                </a:r>
              </a:p>
              <a:p>
                <a:pPr marL="736600" lvl="1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Challenge: test often is inconclusive</a:t>
                </a:r>
              </a:p>
            </p:txBody>
          </p:sp>
        </mc:Choice>
        <mc:Fallback xmlns="">
          <p:sp>
            <p:nvSpPr>
              <p:cNvPr id="163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50825" y="1164771"/>
                <a:ext cx="8650288" cy="5185229"/>
              </a:xfrm>
              <a:blipFill>
                <a:blip r:embed="rId3"/>
                <a:stretch>
                  <a:fillRect l="-587" t="-732" r="-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15300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07828" y="6242050"/>
            <a:ext cx="472621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EBA394-6DB9-4E12-BD7A-F2B197753D8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he-IL" sz="1800" dirty="0"/>
          </a:p>
        </p:txBody>
      </p:sp>
      <p:sp>
        <p:nvSpPr>
          <p:cNvPr id="3379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260648"/>
            <a:ext cx="8562975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/>
              <a:t>Known Plaintext Attack (KPA)</a:t>
            </a:r>
            <a:endParaRPr lang="en-US" altLang="he-IL" sz="3800" dirty="0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3481" y="990564"/>
            <a:ext cx="8650288" cy="1447625"/>
          </a:xfrm>
        </p:spPr>
        <p:txBody>
          <a:bodyPr/>
          <a:lstStyle/>
          <a:p>
            <a:pPr marL="736600" lvl="1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Sample messages M={m</a:t>
            </a:r>
            <a:r>
              <a:rPr lang="en-US" altLang="he-IL" baseline="-25000" dirty="0"/>
              <a:t>1</a:t>
            </a:r>
            <a:r>
              <a:rPr lang="en-US" altLang="he-IL" dirty="0"/>
              <a:t>, m</a:t>
            </a:r>
            <a:r>
              <a:rPr lang="en-US" altLang="he-IL" baseline="-25000" dirty="0"/>
              <a:t>2</a:t>
            </a:r>
            <a:r>
              <a:rPr lang="en-US" altLang="he-IL" dirty="0"/>
              <a:t>,…} from a given distribution.</a:t>
            </a:r>
          </a:p>
          <a:p>
            <a:pPr marL="736600" lvl="1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Give M </a:t>
            </a:r>
            <a:r>
              <a:rPr lang="en-US" altLang="he-IL" u="sng" dirty="0"/>
              <a:t>and</a:t>
            </a:r>
            <a:r>
              <a:rPr lang="en-US" altLang="he-IL" dirty="0"/>
              <a:t> ciphertexts </a:t>
            </a:r>
            <a:r>
              <a:rPr lang="en-US" i="1" dirty="0">
                <a:solidFill>
                  <a:schemeClr val="accent2"/>
                </a:solidFill>
              </a:rPr>
              <a:t>c</a:t>
            </a:r>
            <a:r>
              <a:rPr lang="en-US" i="1" baseline="-25000" dirty="0">
                <a:solidFill>
                  <a:schemeClr val="accent2"/>
                </a:solidFill>
              </a:rPr>
              <a:t>1</a:t>
            </a:r>
            <a:r>
              <a:rPr lang="en-US" i="1" dirty="0">
                <a:solidFill>
                  <a:schemeClr val="accent2"/>
                </a:solidFill>
              </a:rPr>
              <a:t>=E</a:t>
            </a:r>
            <a:r>
              <a:rPr lang="en-US" i="1" baseline="-25000" dirty="0">
                <a:solidFill>
                  <a:schemeClr val="accent2"/>
                </a:solidFill>
              </a:rPr>
              <a:t>k</a:t>
            </a:r>
            <a:r>
              <a:rPr lang="en-US" i="1" dirty="0">
                <a:solidFill>
                  <a:schemeClr val="accent2"/>
                </a:solidFill>
              </a:rPr>
              <a:t>(m</a:t>
            </a:r>
            <a:r>
              <a:rPr lang="en-US" i="1" baseline="-25000" dirty="0">
                <a:solidFill>
                  <a:schemeClr val="accent2"/>
                </a:solidFill>
              </a:rPr>
              <a:t>1</a:t>
            </a:r>
            <a:r>
              <a:rPr lang="en-US" i="1" dirty="0">
                <a:solidFill>
                  <a:schemeClr val="accent2"/>
                </a:solidFill>
              </a:rPr>
              <a:t>), c</a:t>
            </a:r>
            <a:r>
              <a:rPr lang="en-US" b="1" i="1" baseline="-25000" dirty="0">
                <a:solidFill>
                  <a:schemeClr val="accent2"/>
                </a:solidFill>
              </a:rPr>
              <a:t>2</a:t>
            </a:r>
            <a:r>
              <a:rPr lang="en-US" i="1" dirty="0">
                <a:solidFill>
                  <a:schemeClr val="accent2"/>
                </a:solidFill>
              </a:rPr>
              <a:t> =E</a:t>
            </a:r>
            <a:r>
              <a:rPr lang="en-US" i="1" baseline="-25000" dirty="0">
                <a:solidFill>
                  <a:schemeClr val="accent2"/>
                </a:solidFill>
              </a:rPr>
              <a:t>k</a:t>
            </a:r>
            <a:r>
              <a:rPr lang="en-US" i="1" dirty="0">
                <a:solidFill>
                  <a:schemeClr val="accent2"/>
                </a:solidFill>
              </a:rPr>
              <a:t>(m</a:t>
            </a:r>
            <a:r>
              <a:rPr lang="en-US" i="1" baseline="-25000" dirty="0">
                <a:solidFill>
                  <a:schemeClr val="accent2"/>
                </a:solidFill>
              </a:rPr>
              <a:t>2</a:t>
            </a:r>
            <a:r>
              <a:rPr lang="en-US" i="1" dirty="0">
                <a:solidFill>
                  <a:schemeClr val="accent2"/>
                </a:solidFill>
              </a:rPr>
              <a:t>), </a:t>
            </a:r>
            <a:r>
              <a:rPr lang="en-US" dirty="0">
                <a:solidFill>
                  <a:schemeClr val="accent2"/>
                </a:solidFill>
              </a:rPr>
              <a:t>… </a:t>
            </a:r>
            <a:r>
              <a:rPr lang="en-US" altLang="he-IL" dirty="0"/>
              <a:t>to the attacker who is trying to infer more info about the challenge m*:</a:t>
            </a:r>
          </a:p>
          <a:p>
            <a:pPr marL="1136650" lvl="2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the challenge m* is not given to the attacker, only its encryption c* is given to the attacker.</a:t>
            </a:r>
          </a:p>
          <a:p>
            <a:pPr marL="336550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 dirty="0"/>
          </a:p>
          <a:p>
            <a:pPr marL="336550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 dirty="0"/>
          </a:p>
          <a:p>
            <a:pPr marL="336550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 dirty="0"/>
          </a:p>
          <a:p>
            <a:pPr marL="0" indent="0" eaLnBrk="1" hangingPunct="1">
              <a:lnSpc>
                <a:spcPct val="90000"/>
              </a:lnSpc>
              <a:buClr>
                <a:srgbClr val="CC9900"/>
              </a:buClr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409448" y="4006023"/>
            <a:ext cx="797543" cy="413789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782178" y="4004752"/>
            <a:ext cx="803739" cy="413789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954495" y="4252009"/>
            <a:ext cx="451151" cy="83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 flipV="1">
            <a:off x="2210793" y="4242279"/>
            <a:ext cx="4571385" cy="972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7569495" y="4218369"/>
            <a:ext cx="451151" cy="83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pic>
        <p:nvPicPr>
          <p:cNvPr id="11" name="Picture 10" descr="&lt;strong&gt;Alice&lt;/strong&gt; - Kingdom Hearts Wiki, the Kingdom Hearts encyclopedia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1449" y="3924250"/>
            <a:ext cx="420559" cy="763426"/>
          </a:xfrm>
          <a:prstGeom prst="rect">
            <a:avLst/>
          </a:prstGeom>
        </p:spPr>
      </p:pic>
      <p:pic>
        <p:nvPicPr>
          <p:cNvPr id="12" name="Picture 11" descr="SpongeBob is typically shown with buck teeth protruding from his smile ..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842" y="4007308"/>
            <a:ext cx="393479" cy="489402"/>
          </a:xfrm>
          <a:prstGeom prst="rect">
            <a:avLst/>
          </a:prstGeom>
        </p:spPr>
      </p:pic>
      <p:pic>
        <p:nvPicPr>
          <p:cNvPr id="13" name="Picture 12" descr="Awesome Demon by qubodup - Awesome style &lt;strong&gt;devil&lt;/strong&gt;/demon/satan smiley.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075" y="5283480"/>
            <a:ext cx="465510" cy="435834"/>
          </a:xfrm>
          <a:prstGeom prst="rect">
            <a:avLst/>
          </a:prstGeom>
        </p:spPr>
      </p:pic>
      <p:pic>
        <p:nvPicPr>
          <p:cNvPr id="14" name="Picture 2" descr="https://upload.wikimedia.org/wikipedia/commons/thumb/b/b0/English_letter_frequency_%28frequency%29.svg/380px-English_letter_frequency_%28frequency%29.svg.png"/>
          <p:cNvPicPr>
            <a:picLocks noGrp="1" noChangeAspect="1" noChangeArrowheads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873" y="5334792"/>
            <a:ext cx="748476" cy="63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/>
          <p:cNvCxnSpPr/>
          <p:nvPr/>
        </p:nvCxnSpPr>
        <p:spPr bwMode="auto">
          <a:xfrm flipV="1">
            <a:off x="1916463" y="5486160"/>
            <a:ext cx="728837" cy="30784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2890344" y="4671010"/>
            <a:ext cx="8486" cy="542836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Arrow Connector 18"/>
          <p:cNvCxnSpPr>
            <a:endCxn id="16" idx="1"/>
          </p:cNvCxnSpPr>
          <p:nvPr/>
        </p:nvCxnSpPr>
        <p:spPr bwMode="auto">
          <a:xfrm>
            <a:off x="3112626" y="5398485"/>
            <a:ext cx="817124" cy="45876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3929750" y="5121195"/>
            <a:ext cx="2274982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Info about m* 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(beyond distribution)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377" y="4886637"/>
            <a:ext cx="466794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m*</a:t>
            </a:r>
          </a:p>
        </p:txBody>
      </p:sp>
      <p:cxnSp>
        <p:nvCxnSpPr>
          <p:cNvPr id="24" name="Straight Arrow Connector 23"/>
          <p:cNvCxnSpPr>
            <a:stCxn id="14" idx="1"/>
          </p:cNvCxnSpPr>
          <p:nvPr/>
        </p:nvCxnSpPr>
        <p:spPr bwMode="auto">
          <a:xfrm flipH="1" flipV="1">
            <a:off x="1291529" y="5248810"/>
            <a:ext cx="250696" cy="52770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TextBox 28"/>
          <p:cNvSpPr txBox="1"/>
          <p:nvPr/>
        </p:nvSpPr>
        <p:spPr>
          <a:xfrm>
            <a:off x="2311291" y="4312044"/>
            <a:ext cx="4044697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</a:rPr>
              <a:t>c</a:t>
            </a:r>
            <a:r>
              <a:rPr lang="en-US" i="1" baseline="-25000" dirty="0">
                <a:solidFill>
                  <a:schemeClr val="accent2"/>
                </a:solidFill>
              </a:rPr>
              <a:t>1</a:t>
            </a:r>
            <a:r>
              <a:rPr lang="en-US" i="1" dirty="0">
                <a:solidFill>
                  <a:schemeClr val="accent2"/>
                </a:solidFill>
              </a:rPr>
              <a:t>=E</a:t>
            </a:r>
            <a:r>
              <a:rPr lang="en-US" i="1" baseline="-25000" dirty="0">
                <a:solidFill>
                  <a:schemeClr val="accent2"/>
                </a:solidFill>
              </a:rPr>
              <a:t>k</a:t>
            </a:r>
            <a:r>
              <a:rPr lang="en-US" i="1" dirty="0">
                <a:solidFill>
                  <a:schemeClr val="accent2"/>
                </a:solidFill>
              </a:rPr>
              <a:t>(m</a:t>
            </a:r>
            <a:r>
              <a:rPr lang="en-US" i="1" baseline="-25000" dirty="0">
                <a:solidFill>
                  <a:schemeClr val="accent2"/>
                </a:solidFill>
              </a:rPr>
              <a:t>1</a:t>
            </a:r>
            <a:r>
              <a:rPr lang="en-US" i="1" dirty="0">
                <a:solidFill>
                  <a:schemeClr val="accent2"/>
                </a:solidFill>
              </a:rPr>
              <a:t>), c</a:t>
            </a:r>
            <a:r>
              <a:rPr lang="en-US" i="1" baseline="-25000" dirty="0">
                <a:solidFill>
                  <a:schemeClr val="accent2"/>
                </a:solidFill>
              </a:rPr>
              <a:t>2</a:t>
            </a:r>
            <a:r>
              <a:rPr lang="en-US" i="1" dirty="0">
                <a:solidFill>
                  <a:schemeClr val="accent2"/>
                </a:solidFill>
              </a:rPr>
              <a:t>=E</a:t>
            </a:r>
            <a:r>
              <a:rPr lang="en-US" i="1" baseline="-25000" dirty="0">
                <a:solidFill>
                  <a:schemeClr val="accent2"/>
                </a:solidFill>
              </a:rPr>
              <a:t>k</a:t>
            </a:r>
            <a:r>
              <a:rPr lang="en-US" i="1" dirty="0">
                <a:solidFill>
                  <a:schemeClr val="accent2"/>
                </a:solidFill>
              </a:rPr>
              <a:t>(m</a:t>
            </a:r>
            <a:r>
              <a:rPr lang="en-US" i="1" baseline="-25000" dirty="0">
                <a:solidFill>
                  <a:schemeClr val="accent2"/>
                </a:solidFill>
              </a:rPr>
              <a:t>2</a:t>
            </a:r>
            <a:r>
              <a:rPr lang="en-US" i="1" dirty="0">
                <a:solidFill>
                  <a:schemeClr val="accent2"/>
                </a:solidFill>
              </a:rPr>
              <a:t>), … ,  </a:t>
            </a:r>
            <a:r>
              <a:rPr lang="en-US" i="1" dirty="0">
                <a:solidFill>
                  <a:schemeClr val="tx1"/>
                </a:solidFill>
              </a:rPr>
              <a:t>c*=E</a:t>
            </a:r>
            <a:r>
              <a:rPr lang="en-US" i="1" baseline="-25000" dirty="0">
                <a:solidFill>
                  <a:schemeClr val="tx1"/>
                </a:solidFill>
              </a:rPr>
              <a:t>k</a:t>
            </a:r>
            <a:r>
              <a:rPr lang="en-US" i="1" dirty="0">
                <a:solidFill>
                  <a:schemeClr val="tx1"/>
                </a:solidFill>
              </a:rPr>
              <a:t>(m*)</a:t>
            </a:r>
          </a:p>
        </p:txBody>
      </p:sp>
      <p:cxnSp>
        <p:nvCxnSpPr>
          <p:cNvPr id="25" name="Straight Arrow Connector 24"/>
          <p:cNvCxnSpPr/>
          <p:nvPr/>
        </p:nvCxnSpPr>
        <p:spPr bwMode="auto">
          <a:xfrm flipH="1" flipV="1">
            <a:off x="1344672" y="4820321"/>
            <a:ext cx="326574" cy="624039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Straight Arrow Connector 4"/>
          <p:cNvCxnSpPr/>
          <p:nvPr/>
        </p:nvCxnSpPr>
        <p:spPr bwMode="auto">
          <a:xfrm>
            <a:off x="1859424" y="4827753"/>
            <a:ext cx="785876" cy="455727"/>
          </a:xfrm>
          <a:prstGeom prst="straightConnector1">
            <a:avLst/>
          </a:prstGeom>
          <a:solidFill>
            <a:srgbClr val="00B8FF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Box 26"/>
          <p:cNvSpPr txBox="1"/>
          <p:nvPr/>
        </p:nvSpPr>
        <p:spPr>
          <a:xfrm>
            <a:off x="954495" y="4446295"/>
            <a:ext cx="1120820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m</a:t>
            </a:r>
            <a:r>
              <a:rPr lang="en-US" baseline="-25000">
                <a:solidFill>
                  <a:schemeClr val="accent2"/>
                </a:solidFill>
              </a:rPr>
              <a:t>1,</a:t>
            </a:r>
            <a:r>
              <a:rPr lang="en-US">
                <a:solidFill>
                  <a:schemeClr val="accent2"/>
                </a:solidFill>
              </a:rPr>
              <a:t> m</a:t>
            </a:r>
            <a:r>
              <a:rPr lang="en-US" baseline="-25000">
                <a:solidFill>
                  <a:schemeClr val="accent2"/>
                </a:solidFill>
              </a:rPr>
              <a:t>2,</a:t>
            </a:r>
            <a:r>
              <a:rPr lang="en-US">
                <a:solidFill>
                  <a:schemeClr val="accent2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35945439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86056" y="6242050"/>
            <a:ext cx="494393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EBA394-6DB9-4E12-BD7A-F2B197753D8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he-IL" sz="1800" dirty="0"/>
          </a:p>
        </p:txBody>
      </p:sp>
      <p:sp>
        <p:nvSpPr>
          <p:cNvPr id="3379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260648"/>
            <a:ext cx="8562975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/>
              <a:t>Exhaustive Key Search and KPA</a:t>
            </a:r>
            <a:endParaRPr lang="en-US" altLang="he-IL" sz="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8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250825" y="1273629"/>
                <a:ext cx="8650288" cy="5076371"/>
              </a:xfrm>
            </p:spPr>
            <p:txBody>
              <a:bodyPr/>
              <a:lstStyle/>
              <a:p>
                <a:pPr marL="336550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>
                    <a:solidFill>
                      <a:srgbClr val="FF0000"/>
                    </a:solidFill>
                  </a:rPr>
                  <a:t>Exhaustive Key Search: </a:t>
                </a:r>
                <a:r>
                  <a:rPr lang="en-US" altLang="he-IL" dirty="0"/>
                  <a:t>try all keys </a:t>
                </a:r>
                <a14:m>
                  <m:oMath xmlns:m="http://schemas.openxmlformats.org/officeDocument/2006/math">
                    <m:r>
                      <a:rPr lang="en-US" altLang="he-IL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he-IL" i="1">
                        <a:latin typeface="Cambria Math" panose="02040503050406030204" pitchFamily="18" charset="0"/>
                      </a:rPr>
                      <m:t>′∈</m:t>
                    </m:r>
                    <m:sSup>
                      <m:sSupPr>
                        <m:ctrlPr>
                          <a:rPr lang="en-US" altLang="he-I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he-I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he-I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he-I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he-I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he-I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endParaRPr lang="en-US" altLang="he-IL" dirty="0"/>
              </a:p>
              <a:p>
                <a:pPr marL="336550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How to identify correct key </a:t>
                </a:r>
                <a14:m>
                  <m:oMath xmlns:m="http://schemas.openxmlformats.org/officeDocument/2006/math">
                    <m:r>
                      <a:rPr lang="en-US" altLang="he-IL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he-IL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he-IL" dirty="0"/>
                  <a:t> given KPA??</a:t>
                </a: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Attacker obtains known plaintext, ciphertext pairs: </a:t>
                </a:r>
                <a:r>
                  <a:rPr lang="en-US" altLang="he-I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</a:t>
                </a:r>
                <a:r>
                  <a:rPr lang="en-US" altLang="he-IL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he-I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he-IL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he-I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he-IL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he-IL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he-I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</a:t>
                </a:r>
                <a:r>
                  <a:rPr lang="en-US" altLang="he-IL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he-I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)), (m</a:t>
                </a:r>
                <a:r>
                  <a:rPr lang="en-US" altLang="he-IL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he-I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he-IL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he-I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he-IL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he-IL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he-I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</a:t>
                </a:r>
                <a:r>
                  <a:rPr lang="en-US" altLang="he-IL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he-I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)), …</a:t>
                </a: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To test if the key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compute 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m’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=D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k’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m’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=D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k’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….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If for every pair </a:t>
                </a:r>
                <a:r>
                  <a:rPr lang="en-US" altLang="he-IL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he-I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he-IL" dirty="0"/>
                  <a:t>holds </a:t>
                </a:r>
                <a:r>
                  <a:rPr lang="en-US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m’</a:t>
                </a:r>
                <a:r>
                  <a:rPr lang="en-US" i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=m</a:t>
                </a:r>
                <a:r>
                  <a:rPr lang="en-US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he-IL" dirty="0"/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he-IL" dirty="0"/>
                  <a:t> is probably the key</a:t>
                </a: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dirty="0"/>
                  <a:t>Otherwise: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he-IL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he-IL" dirty="0"/>
                  <a:t> is probably </a:t>
                </a:r>
                <a:r>
                  <a:rPr lang="en-US" altLang="he-IL" u="sng" dirty="0"/>
                  <a:t>not</a:t>
                </a:r>
                <a:r>
                  <a:rPr lang="en-US" altLang="he-IL" dirty="0"/>
                  <a:t> the key</a:t>
                </a:r>
              </a:p>
              <a:p>
                <a:pPr marL="736600" lvl="1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COA and KPA attacks must test about half the keys.</a:t>
                </a: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On average, the attacker will find the key after trying half of all possible keys.</a:t>
                </a:r>
              </a:p>
              <a:p>
                <a:pPr marL="800100" lvl="2" indent="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dirty="0"/>
              </a:p>
            </p:txBody>
          </p:sp>
        </mc:Choice>
        <mc:Fallback xmlns="">
          <p:sp>
            <p:nvSpPr>
              <p:cNvPr id="163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50825" y="1273629"/>
                <a:ext cx="8650288" cy="5076371"/>
              </a:xfrm>
              <a:blipFill>
                <a:blip r:embed="rId3"/>
                <a:stretch>
                  <a:fillRect l="-587" t="-998" r="-1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97" name="Text Box 3"/>
          <p:cNvSpPr txBox="1">
            <a:spLocks noChangeArrowheads="1"/>
          </p:cNvSpPr>
          <p:nvPr/>
        </p:nvSpPr>
        <p:spPr bwMode="auto">
          <a:xfrm>
            <a:off x="5562600" y="55895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he-IL"/>
              <a:t>a</a:t>
            </a:r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5778531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96942" y="6242050"/>
            <a:ext cx="483507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EBA394-6DB9-4E12-BD7A-F2B197753D8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he-IL" sz="1800" dirty="0"/>
          </a:p>
        </p:txBody>
      </p:sp>
      <p:sp>
        <p:nvSpPr>
          <p:cNvPr id="3379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260648"/>
            <a:ext cx="8562975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/>
              <a:t>Chosen Plaintext Attack (CPA)</a:t>
            </a:r>
            <a:endParaRPr lang="en-US" altLang="he-IL" sz="3800" dirty="0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981076"/>
            <a:ext cx="8650288" cy="1697992"/>
          </a:xfrm>
        </p:spPr>
        <p:txBody>
          <a:bodyPr/>
          <a:lstStyle/>
          <a:p>
            <a:pPr marL="736600" lvl="1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Beside the plaintext distribution/initial info, attacker can </a:t>
            </a:r>
            <a:r>
              <a:rPr lang="en-US" altLang="he-IL" u="sng" dirty="0">
                <a:solidFill>
                  <a:schemeClr val="tx1"/>
                </a:solidFill>
              </a:rPr>
              <a:t>choose</a:t>
            </a:r>
            <a:r>
              <a:rPr lang="en-US" altLang="he-IL" dirty="0">
                <a:solidFill>
                  <a:schemeClr val="tx1"/>
                </a:solidFill>
              </a:rPr>
              <a:t> messages m</a:t>
            </a:r>
            <a:r>
              <a:rPr lang="en-US" altLang="he-IL" baseline="-25000" dirty="0">
                <a:solidFill>
                  <a:schemeClr val="tx1"/>
                </a:solidFill>
              </a:rPr>
              <a:t>1</a:t>
            </a:r>
            <a:r>
              <a:rPr lang="en-US" altLang="he-IL" dirty="0">
                <a:solidFill>
                  <a:schemeClr val="tx1"/>
                </a:solidFill>
              </a:rPr>
              <a:t>, m</a:t>
            </a:r>
            <a:r>
              <a:rPr lang="en-US" altLang="he-IL" baseline="-25000" dirty="0">
                <a:solidFill>
                  <a:schemeClr val="tx1"/>
                </a:solidFill>
              </a:rPr>
              <a:t>2</a:t>
            </a:r>
            <a:r>
              <a:rPr lang="en-US" altLang="he-IL" dirty="0">
                <a:solidFill>
                  <a:schemeClr val="tx1"/>
                </a:solidFill>
              </a:rPr>
              <a:t>,…</a:t>
            </a:r>
          </a:p>
          <a:p>
            <a:pPr marL="736600" lvl="1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>
                <a:solidFill>
                  <a:schemeClr val="tx1"/>
                </a:solidFill>
              </a:rPr>
              <a:t>Give ciphertexts of these plaintext messages to the attacker who is trying to obtain more info about the challenge.</a:t>
            </a:r>
          </a:p>
          <a:p>
            <a:pPr marL="1136650" lvl="2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Again, the challenge m* is not given to the attacker, only its encryption c* is given to the attacker.</a:t>
            </a:r>
          </a:p>
          <a:p>
            <a:pPr marL="736600" lvl="1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 dirty="0">
              <a:solidFill>
                <a:schemeClr val="tx1"/>
              </a:solidFill>
            </a:endParaRPr>
          </a:p>
          <a:p>
            <a:pPr marL="736600" lvl="1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 dirty="0">
              <a:solidFill>
                <a:schemeClr val="tx1"/>
              </a:solidFill>
            </a:endParaRPr>
          </a:p>
          <a:p>
            <a:pPr marL="736600" lvl="1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 dirty="0"/>
          </a:p>
          <a:p>
            <a:pPr marL="736600" lvl="1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 dirty="0"/>
          </a:p>
          <a:p>
            <a:pPr marL="736600" lvl="1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endParaRPr lang="en-US" altLang="he-IL" dirty="0"/>
          </a:p>
        </p:txBody>
      </p:sp>
      <p:sp>
        <p:nvSpPr>
          <p:cNvPr id="33797" name="Text Box 3"/>
          <p:cNvSpPr txBox="1">
            <a:spLocks noChangeArrowheads="1"/>
          </p:cNvSpPr>
          <p:nvPr/>
        </p:nvSpPr>
        <p:spPr bwMode="auto">
          <a:xfrm>
            <a:off x="5562600" y="55895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he-IL"/>
              <a:t>a</a:t>
            </a:r>
            <a:endParaRPr lang="he-IL" altLang="he-IL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777226" y="3972038"/>
            <a:ext cx="797543" cy="413789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149956" y="3970767"/>
            <a:ext cx="803739" cy="413789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1322273" y="4218024"/>
            <a:ext cx="451151" cy="83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 flipV="1">
            <a:off x="2578571" y="4208294"/>
            <a:ext cx="4571385" cy="972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7937273" y="4184384"/>
            <a:ext cx="451151" cy="83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pic>
        <p:nvPicPr>
          <p:cNvPr id="11" name="Picture 10" descr="&lt;strong&gt;Alice&lt;/strong&gt; - Kingdom Hearts Wiki, the Kingdom Hearts encyclopedia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9227" y="3890265"/>
            <a:ext cx="420559" cy="763426"/>
          </a:xfrm>
          <a:prstGeom prst="rect">
            <a:avLst/>
          </a:prstGeom>
        </p:spPr>
      </p:pic>
      <p:pic>
        <p:nvPicPr>
          <p:cNvPr id="12" name="Picture 11" descr="SpongeBob is typically shown with buck teeth protruding from his smile ..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695" y="3973323"/>
            <a:ext cx="393479" cy="489402"/>
          </a:xfrm>
          <a:prstGeom prst="rect">
            <a:avLst/>
          </a:prstGeom>
        </p:spPr>
      </p:pic>
      <p:pic>
        <p:nvPicPr>
          <p:cNvPr id="13" name="Picture 12" descr="Awesome Demon by qubodup - Awesome style &lt;strong&gt;devil&lt;/strong&gt;/demon/satan smiley.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853" y="5249495"/>
            <a:ext cx="465510" cy="435834"/>
          </a:xfrm>
          <a:prstGeom prst="rect">
            <a:avLst/>
          </a:prstGeom>
        </p:spPr>
      </p:pic>
      <p:pic>
        <p:nvPicPr>
          <p:cNvPr id="14" name="Picture 2" descr="https://upload.wikimedia.org/wikipedia/commons/thumb/b/b0/English_letter_frequency_%28frequency%29.svg/380px-English_letter_frequency_%28frequency%29.svg.png"/>
          <p:cNvPicPr>
            <a:picLocks noGrp="1" noChangeAspect="1" noChangeArrowheads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003" y="5425692"/>
            <a:ext cx="748476" cy="63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/>
          <p:cNvCxnSpPr/>
          <p:nvPr/>
        </p:nvCxnSpPr>
        <p:spPr bwMode="auto">
          <a:xfrm flipV="1">
            <a:off x="2284241" y="5452175"/>
            <a:ext cx="728837" cy="30784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3258122" y="4637025"/>
            <a:ext cx="8486" cy="542836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Arrow Connector 18"/>
          <p:cNvCxnSpPr>
            <a:endCxn id="16" idx="1"/>
          </p:cNvCxnSpPr>
          <p:nvPr/>
        </p:nvCxnSpPr>
        <p:spPr bwMode="auto">
          <a:xfrm>
            <a:off x="3480404" y="5364500"/>
            <a:ext cx="817124" cy="45876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4297528" y="5087210"/>
            <a:ext cx="2274982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Info about m* 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(beyond distribution)</a:t>
            </a:r>
          </a:p>
        </p:txBody>
      </p:sp>
      <p:cxnSp>
        <p:nvCxnSpPr>
          <p:cNvPr id="24" name="Straight Arrow Connector 23"/>
          <p:cNvCxnSpPr>
            <a:stCxn id="14" idx="1"/>
          </p:cNvCxnSpPr>
          <p:nvPr/>
        </p:nvCxnSpPr>
        <p:spPr bwMode="auto">
          <a:xfrm flipH="1" flipV="1">
            <a:off x="1659307" y="5214825"/>
            <a:ext cx="250696" cy="52770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TextBox 28"/>
          <p:cNvSpPr txBox="1"/>
          <p:nvPr/>
        </p:nvSpPr>
        <p:spPr>
          <a:xfrm>
            <a:off x="2679069" y="4278059"/>
            <a:ext cx="4044697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c</a:t>
            </a:r>
            <a:r>
              <a:rPr lang="en-US" i="1" baseline="-25000" dirty="0">
                <a:solidFill>
                  <a:srgbClr val="FF0000"/>
                </a:solidFill>
              </a:rPr>
              <a:t>1</a:t>
            </a:r>
            <a:r>
              <a:rPr lang="en-US" i="1" dirty="0">
                <a:solidFill>
                  <a:srgbClr val="FF0000"/>
                </a:solidFill>
              </a:rPr>
              <a:t>=E</a:t>
            </a:r>
            <a:r>
              <a:rPr lang="en-US" i="1" baseline="-25000" dirty="0">
                <a:solidFill>
                  <a:srgbClr val="FF0000"/>
                </a:solidFill>
              </a:rPr>
              <a:t>k</a:t>
            </a:r>
            <a:r>
              <a:rPr lang="en-US" i="1" dirty="0">
                <a:solidFill>
                  <a:srgbClr val="FF0000"/>
                </a:solidFill>
              </a:rPr>
              <a:t>(m</a:t>
            </a:r>
            <a:r>
              <a:rPr lang="en-US" i="1" baseline="-25000" dirty="0">
                <a:solidFill>
                  <a:srgbClr val="FF0000"/>
                </a:solidFill>
              </a:rPr>
              <a:t>1</a:t>
            </a:r>
            <a:r>
              <a:rPr lang="en-US" i="1" dirty="0">
                <a:solidFill>
                  <a:srgbClr val="FF0000"/>
                </a:solidFill>
              </a:rPr>
              <a:t>), c</a:t>
            </a:r>
            <a:r>
              <a:rPr lang="en-US" i="1" baseline="-25000" dirty="0">
                <a:solidFill>
                  <a:srgbClr val="FF0000"/>
                </a:solidFill>
              </a:rPr>
              <a:t>2</a:t>
            </a:r>
            <a:r>
              <a:rPr lang="en-US" i="1" dirty="0">
                <a:solidFill>
                  <a:srgbClr val="FF0000"/>
                </a:solidFill>
              </a:rPr>
              <a:t>=E</a:t>
            </a:r>
            <a:r>
              <a:rPr lang="en-US" i="1" baseline="-25000" dirty="0">
                <a:solidFill>
                  <a:srgbClr val="FF0000"/>
                </a:solidFill>
              </a:rPr>
              <a:t>k</a:t>
            </a:r>
            <a:r>
              <a:rPr lang="en-US" i="1" dirty="0">
                <a:solidFill>
                  <a:srgbClr val="FF0000"/>
                </a:solidFill>
              </a:rPr>
              <a:t>(m</a:t>
            </a:r>
            <a:r>
              <a:rPr lang="en-US" i="1" baseline="-25000" dirty="0">
                <a:solidFill>
                  <a:srgbClr val="FF0000"/>
                </a:solidFill>
              </a:rPr>
              <a:t>2</a:t>
            </a:r>
            <a:r>
              <a:rPr lang="en-US" i="1" dirty="0">
                <a:solidFill>
                  <a:srgbClr val="FF0000"/>
                </a:solidFill>
              </a:rPr>
              <a:t>), … ,  </a:t>
            </a:r>
            <a:r>
              <a:rPr lang="en-US" i="1" dirty="0">
                <a:solidFill>
                  <a:schemeClr val="tx1"/>
                </a:solidFill>
              </a:rPr>
              <a:t>c*=E</a:t>
            </a:r>
            <a:r>
              <a:rPr lang="en-US" i="1" baseline="-25000" dirty="0">
                <a:solidFill>
                  <a:schemeClr val="tx1"/>
                </a:solidFill>
              </a:rPr>
              <a:t>k</a:t>
            </a:r>
            <a:r>
              <a:rPr lang="en-US" i="1" dirty="0">
                <a:solidFill>
                  <a:schemeClr val="tx1"/>
                </a:solidFill>
              </a:rPr>
              <a:t>(m*)</a:t>
            </a:r>
          </a:p>
        </p:txBody>
      </p:sp>
      <p:cxnSp>
        <p:nvCxnSpPr>
          <p:cNvPr id="30" name="Straight Arrow Connector 29"/>
          <p:cNvCxnSpPr/>
          <p:nvPr/>
        </p:nvCxnSpPr>
        <p:spPr bwMode="auto">
          <a:xfrm flipH="1" flipV="1">
            <a:off x="1910003" y="4754361"/>
            <a:ext cx="1123850" cy="482916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TextBox 36"/>
          <p:cNvSpPr txBox="1"/>
          <p:nvPr/>
        </p:nvSpPr>
        <p:spPr>
          <a:xfrm>
            <a:off x="1206155" y="4852652"/>
            <a:ext cx="466794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m*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2273" y="4412310"/>
            <a:ext cx="1120820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m</a:t>
            </a:r>
            <a:r>
              <a:rPr lang="en-US" baseline="-25000">
                <a:solidFill>
                  <a:srgbClr val="FF0000"/>
                </a:solidFill>
              </a:rPr>
              <a:t>1,</a:t>
            </a:r>
            <a:r>
              <a:rPr lang="en-US">
                <a:solidFill>
                  <a:srgbClr val="FF0000"/>
                </a:solidFill>
              </a:rPr>
              <a:t> m</a:t>
            </a:r>
            <a:r>
              <a:rPr lang="en-US" baseline="-25000">
                <a:solidFill>
                  <a:srgbClr val="FF0000"/>
                </a:solidFill>
              </a:rPr>
              <a:t>2,</a:t>
            </a:r>
            <a:r>
              <a:rPr lang="en-US">
                <a:solidFill>
                  <a:srgbClr val="FF000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0554942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8714" y="6242050"/>
            <a:ext cx="46173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EBA394-6DB9-4E12-BD7A-F2B197753D8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he-IL" sz="1800" dirty="0"/>
          </a:p>
        </p:txBody>
      </p:sp>
      <p:sp>
        <p:nvSpPr>
          <p:cNvPr id="3379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581025" y="26035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/>
              <a:t>Exhaustive Key Search and CPA</a:t>
            </a:r>
            <a:endParaRPr lang="en-US" altLang="he-IL" sz="3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88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251520" y="877610"/>
                <a:ext cx="8650288" cy="5368925"/>
              </a:xfrm>
            </p:spPr>
            <p:txBody>
              <a:bodyPr/>
              <a:lstStyle/>
              <a:p>
                <a:pPr marL="336550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800" dirty="0">
                    <a:solidFill>
                      <a:srgbClr val="FF0000"/>
                    </a:solidFill>
                  </a:rPr>
                  <a:t>Generic CPA</a:t>
                </a:r>
                <a:r>
                  <a:rPr lang="en-US" altLang="he-IL" sz="2800" dirty="0"/>
                  <a:t>: Table-Lookup </a:t>
                </a:r>
              </a:p>
              <a:p>
                <a:pPr marL="736600" lvl="1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dirty="0"/>
                  <a:t>Choose some fixed plaintext </a:t>
                </a:r>
                <a:r>
                  <a:rPr lang="en-US" altLang="he-I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lang="en-US" altLang="he-IL" sz="2400" dirty="0"/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000" dirty="0"/>
                  <a:t>E.g., some default message: `good morning!’ </a:t>
                </a:r>
              </a:p>
              <a:p>
                <a:pPr marL="1136650" lvl="2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000" dirty="0"/>
                  <a:t>Quite common in practice… e.g., in web (http), GSM,… </a:t>
                </a:r>
              </a:p>
              <a:p>
                <a:pPr marL="736600" lvl="1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dirty="0"/>
                  <a:t>Offline: fill a table T. For every key </a:t>
                </a:r>
                <a:r>
                  <a:rPr lang="en-US" altLang="he-I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k’, </a:t>
                </a:r>
                <a:r>
                  <a:rPr lang="en-US" altLang="he-IL" sz="2400" dirty="0"/>
                  <a:t>compute </a:t>
                </a:r>
                <a:r>
                  <a:rPr lang="en-US" altLang="he-I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T(k’)=</a:t>
                </a:r>
                <a:r>
                  <a:rPr lang="en-US" altLang="he-IL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he-IL" sz="24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he-IL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en-US" altLang="he-I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(m)</a:t>
                </a:r>
                <a:endParaRPr lang="en-US" altLang="he-IL" sz="2400" dirty="0"/>
              </a:p>
              <a:p>
                <a:pPr marL="736600" lvl="1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dirty="0"/>
                  <a:t>Online: select plaintext </a:t>
                </a:r>
                <a:r>
                  <a:rPr lang="en-US" altLang="he-I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m, </a:t>
                </a:r>
                <a:r>
                  <a:rPr lang="en-US" altLang="he-IL" sz="2400" dirty="0"/>
                  <a:t>obtain </a:t>
                </a:r>
                <a:r>
                  <a:rPr lang="en-US" altLang="he-I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c=</a:t>
                </a:r>
                <a:r>
                  <a:rPr lang="en-US" altLang="he-IL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he-IL" sz="24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he-I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(m)</a:t>
                </a:r>
                <a:endParaRPr lang="en-US" altLang="he-IL" sz="2400" dirty="0"/>
              </a:p>
              <a:p>
                <a:pPr marL="736600" lvl="1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dirty="0"/>
                  <a:t>If </a:t>
                </a:r>
                <a:r>
                  <a:rPr lang="en-US" altLang="he-I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T(k’)= c </a:t>
                </a:r>
                <a:r>
                  <a:rPr lang="en-US" altLang="he-IL" sz="2400" dirty="0"/>
                  <a:t>then </a:t>
                </a:r>
                <a:r>
                  <a:rPr lang="en-US" altLang="he-I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k’ </a:t>
                </a:r>
                <a:r>
                  <a:rPr lang="en-US" altLang="he-IL" sz="2400" dirty="0"/>
                  <a:t>probably the key: </a:t>
                </a:r>
                <a:r>
                  <a:rPr lang="en-US" altLang="he-I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k’=k</a:t>
                </a:r>
                <a:endParaRPr lang="en-US" altLang="he-IL" sz="2400" dirty="0"/>
              </a:p>
              <a:p>
                <a:pPr marL="736600" lvl="1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sz="2400" dirty="0"/>
                  <a:t>Otherwise: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he-IL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he-IL" sz="2400" dirty="0"/>
                  <a:t> is probably </a:t>
                </a:r>
                <a:r>
                  <a:rPr lang="en-US" altLang="he-IL" sz="2400" u="sng" dirty="0"/>
                  <a:t>not</a:t>
                </a:r>
                <a:r>
                  <a:rPr lang="en-US" altLang="he-IL" sz="2400" dirty="0"/>
                  <a:t> the key</a:t>
                </a:r>
              </a:p>
              <a:p>
                <a:pPr marL="736600" lvl="1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</a:t>
                </a:r>
                <a:r>
                  <a:rPr lang="en-US" altLang="he-I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t=O(1)</a:t>
                </a:r>
                <a:r>
                  <a:rPr lang="en-US" altLang="he-IL" sz="2400" dirty="0"/>
                  <a:t> lookup time, </a:t>
                </a:r>
                <a:r>
                  <a:rPr lang="en-US" altLang="he-I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requires</a:t>
                </a:r>
                <a:r>
                  <a:rPr lang="en-US" altLang="he-I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</a:t>
                </a:r>
                <a:r>
                  <a:rPr lang="en-US" altLang="he-IL" sz="24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|k|</a:t>
                </a:r>
                <a:r>
                  <a:rPr lang="en-US" altLang="he-I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he-IL" sz="2400" dirty="0"/>
                  <a:t>memory </a:t>
                </a:r>
              </a:p>
              <a:p>
                <a:pPr marL="736600" lvl="1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dirty="0"/>
                  <a:t>(more efficient and advanced ways exist).</a:t>
                </a:r>
              </a:p>
              <a:p>
                <a:pPr marL="0" indent="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000" dirty="0"/>
              </a:p>
            </p:txBody>
          </p:sp>
        </mc:Choice>
        <mc:Fallback>
          <p:sp>
            <p:nvSpPr>
              <p:cNvPr id="163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51520" y="877610"/>
                <a:ext cx="8650288" cy="5368925"/>
              </a:xfrm>
              <a:blipFill>
                <a:blip r:embed="rId3"/>
                <a:stretch>
                  <a:fillRect l="-440" t="-1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97" name="Text Box 3"/>
          <p:cNvSpPr txBox="1">
            <a:spLocks noChangeArrowheads="1"/>
          </p:cNvSpPr>
          <p:nvPr/>
        </p:nvSpPr>
        <p:spPr bwMode="auto">
          <a:xfrm>
            <a:off x="5562600" y="55895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he-IL"/>
              <a:t>a</a:t>
            </a:r>
            <a:endParaRPr lang="he-IL" altLang="he-I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49FFE-9D12-6A97-AFB2-FDD6A8D602A8}"/>
              </a:ext>
            </a:extLst>
          </p:cNvPr>
          <p:cNvSpPr txBox="1"/>
          <p:nvPr/>
        </p:nvSpPr>
        <p:spPr>
          <a:xfrm>
            <a:off x="463549" y="6331226"/>
            <a:ext cx="7457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As described here, this works only for deterministic encryption schemes!!</a:t>
            </a:r>
          </a:p>
        </p:txBody>
      </p:sp>
    </p:spTree>
    <p:extLst>
      <p:ext uri="{BB962C8B-B14F-4D97-AF65-F5344CB8AC3E}">
        <p14:creationId xmlns:p14="http://schemas.microsoft.com/office/powerpoint/2010/main" val="132222431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97702" y="6242050"/>
            <a:ext cx="482748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EBA394-6DB9-4E12-BD7A-F2B197753D8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he-IL" sz="1800" dirty="0"/>
          </a:p>
        </p:txBody>
      </p:sp>
      <p:sp>
        <p:nvSpPr>
          <p:cNvPr id="3379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260648"/>
            <a:ext cx="8562975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/>
              <a:t>Chosen Ciphertext Attack (CCA)</a:t>
            </a:r>
            <a:endParaRPr lang="en-US" altLang="he-IL" sz="3800" dirty="0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282" y="986003"/>
            <a:ext cx="8650288" cy="1326783"/>
          </a:xfrm>
        </p:spPr>
        <p:txBody>
          <a:bodyPr/>
          <a:lstStyle/>
          <a:p>
            <a:pPr marL="736600" lvl="1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/>
              <a:t>Beside being able to choose plaintexts and obtain their encryptions, attacker can select </a:t>
            </a:r>
            <a:r>
              <a:rPr lang="en-US" altLang="he-IL" u="sng" dirty="0">
                <a:solidFill>
                  <a:schemeClr val="tx1"/>
                </a:solidFill>
              </a:rPr>
              <a:t>ciphertexts</a:t>
            </a:r>
            <a:r>
              <a:rPr lang="en-US" altLang="he-IL" dirty="0">
                <a:solidFill>
                  <a:schemeClr val="tx1"/>
                </a:solidFill>
              </a:rPr>
              <a:t> c</a:t>
            </a:r>
            <a:r>
              <a:rPr lang="en-US" altLang="he-IL" baseline="-25000" dirty="0">
                <a:solidFill>
                  <a:schemeClr val="tx1"/>
                </a:solidFill>
              </a:rPr>
              <a:t>1</a:t>
            </a:r>
            <a:r>
              <a:rPr lang="en-US" altLang="he-IL" dirty="0">
                <a:solidFill>
                  <a:schemeClr val="tx1"/>
                </a:solidFill>
              </a:rPr>
              <a:t>, c</a:t>
            </a:r>
            <a:r>
              <a:rPr lang="en-US" altLang="he-IL" baseline="-25000" dirty="0">
                <a:solidFill>
                  <a:schemeClr val="tx1"/>
                </a:solidFill>
              </a:rPr>
              <a:t>2</a:t>
            </a:r>
            <a:r>
              <a:rPr lang="en-US" altLang="he-IL" dirty="0">
                <a:solidFill>
                  <a:schemeClr val="tx1"/>
                </a:solidFill>
              </a:rPr>
              <a:t>,…, and receive decryptions (but not the challenge). </a:t>
            </a:r>
          </a:p>
          <a:p>
            <a:pPr marL="736600" lvl="1" indent="-336550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  <a:defRPr/>
            </a:pPr>
            <a:r>
              <a:rPr lang="en-US" altLang="he-IL" dirty="0">
                <a:solidFill>
                  <a:schemeClr val="tx1"/>
                </a:solidFill>
              </a:rPr>
              <a:t>Again, attacker tries to infer more info about the challenge (and attacker is given c* but not m*).</a:t>
            </a:r>
          </a:p>
        </p:txBody>
      </p:sp>
      <p:sp>
        <p:nvSpPr>
          <p:cNvPr id="33797" name="Text Box 3"/>
          <p:cNvSpPr txBox="1">
            <a:spLocks noChangeArrowheads="1"/>
          </p:cNvSpPr>
          <p:nvPr/>
        </p:nvSpPr>
        <p:spPr bwMode="auto">
          <a:xfrm>
            <a:off x="5490592" y="4976071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he-IL"/>
              <a:t>a</a:t>
            </a:r>
            <a:endParaRPr lang="he-IL" altLang="he-IL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416869" y="3391184"/>
            <a:ext cx="797543" cy="413789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847564" y="3397906"/>
            <a:ext cx="803739" cy="413789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he-IL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 flipV="1">
            <a:off x="975944" y="3604801"/>
            <a:ext cx="462376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 flipV="1">
            <a:off x="2214413" y="3641484"/>
            <a:ext cx="2645620" cy="6961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V="1">
            <a:off x="5636435" y="3589330"/>
            <a:ext cx="2286502" cy="1547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pic>
        <p:nvPicPr>
          <p:cNvPr id="11" name="Picture 10" descr="&lt;strong&gt;Alice&lt;/strong&gt; - Kingdom Hearts Wiki, the Kingdom Hearts encyclopedia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7544" y="3310682"/>
            <a:ext cx="420559" cy="763426"/>
          </a:xfrm>
          <a:prstGeom prst="rect">
            <a:avLst/>
          </a:prstGeom>
        </p:spPr>
      </p:pic>
      <p:pic>
        <p:nvPicPr>
          <p:cNvPr id="12" name="Picture 11" descr="SpongeBob is typically shown with buck teeth protruding from his smile ..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2937" y="3393740"/>
            <a:ext cx="393479" cy="489402"/>
          </a:xfrm>
          <a:prstGeom prst="rect">
            <a:avLst/>
          </a:prstGeom>
        </p:spPr>
      </p:pic>
      <p:pic>
        <p:nvPicPr>
          <p:cNvPr id="13" name="Picture 12" descr="Awesome Demon by qubodup - Awesome style &lt;strong&gt;devil&lt;/strong&gt;/demon/satan smiley.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180" y="4727110"/>
            <a:ext cx="465510" cy="435834"/>
          </a:xfrm>
          <a:prstGeom prst="rect">
            <a:avLst/>
          </a:prstGeom>
        </p:spPr>
      </p:pic>
      <p:pic>
        <p:nvPicPr>
          <p:cNvPr id="14" name="Picture 2" descr="https://upload.wikimedia.org/wikipedia/commons/thumb/b/b0/English_letter_frequency_%28frequency%29.svg/380px-English_letter_frequency_%28frequency%29.svg.png"/>
          <p:cNvPicPr>
            <a:picLocks noGrp="1" noChangeAspect="1" noChangeArrowheads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320" y="4846109"/>
            <a:ext cx="748476" cy="63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/>
          <p:cNvCxnSpPr/>
          <p:nvPr/>
        </p:nvCxnSpPr>
        <p:spPr bwMode="auto">
          <a:xfrm flipV="1">
            <a:off x="1812558" y="4976071"/>
            <a:ext cx="3135953" cy="204363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2794925" y="4057442"/>
            <a:ext cx="2153586" cy="784927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5453448" y="4819431"/>
            <a:ext cx="817124" cy="45876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6275557" y="4549426"/>
            <a:ext cx="2274982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Info about m* 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(beyond distribution)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939" y="3685135"/>
            <a:ext cx="466794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m*</a:t>
            </a:r>
          </a:p>
        </p:txBody>
      </p:sp>
      <p:cxnSp>
        <p:nvCxnSpPr>
          <p:cNvPr id="24" name="Straight Arrow Connector 23"/>
          <p:cNvCxnSpPr>
            <a:endCxn id="23" idx="2"/>
          </p:cNvCxnSpPr>
          <p:nvPr/>
        </p:nvCxnSpPr>
        <p:spPr bwMode="auto">
          <a:xfrm flipH="1" flipV="1">
            <a:off x="1092336" y="4054467"/>
            <a:ext cx="427121" cy="84345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TextBox 28"/>
          <p:cNvSpPr txBox="1"/>
          <p:nvPr/>
        </p:nvSpPr>
        <p:spPr>
          <a:xfrm>
            <a:off x="2265263" y="3701306"/>
            <a:ext cx="1229824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c*=E</a:t>
            </a:r>
            <a:r>
              <a:rPr lang="en-US" i="1" baseline="-25000" dirty="0">
                <a:solidFill>
                  <a:schemeClr val="tx1"/>
                </a:solidFill>
              </a:rPr>
              <a:t>k</a:t>
            </a:r>
            <a:r>
              <a:rPr lang="en-US" i="1" dirty="0">
                <a:solidFill>
                  <a:schemeClr val="tx1"/>
                </a:solidFill>
              </a:rPr>
              <a:t>(m*)</a:t>
            </a:r>
          </a:p>
        </p:txBody>
      </p:sp>
      <p:cxnSp>
        <p:nvCxnSpPr>
          <p:cNvPr id="30" name="Straight Arrow Connector 29"/>
          <p:cNvCxnSpPr/>
          <p:nvPr/>
        </p:nvCxnSpPr>
        <p:spPr bwMode="auto">
          <a:xfrm flipH="1" flipV="1">
            <a:off x="4048459" y="4096162"/>
            <a:ext cx="951630" cy="630948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Box 20"/>
          <p:cNvSpPr txBox="1"/>
          <p:nvPr/>
        </p:nvSpPr>
        <p:spPr>
          <a:xfrm>
            <a:off x="3825845" y="38831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596639" y="3704105"/>
            <a:ext cx="1180131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1</a:t>
            </a:r>
            <a:r>
              <a:rPr lang="en-US">
                <a:solidFill>
                  <a:srgbClr val="FF0000"/>
                </a:solidFill>
              </a:rPr>
              <a:t>, c</a:t>
            </a:r>
            <a:r>
              <a:rPr lang="en-US" baseline="-25000">
                <a:solidFill>
                  <a:srgbClr val="FF0000"/>
                </a:solidFill>
              </a:rPr>
              <a:t>2</a:t>
            </a:r>
            <a:r>
              <a:rPr lang="he-IL" baseline="-2500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,… 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18847" y="3932230"/>
            <a:ext cx="2768707" cy="36933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m</a:t>
            </a:r>
            <a:r>
              <a:rPr lang="en-US" i="1" baseline="-25000" dirty="0">
                <a:solidFill>
                  <a:srgbClr val="FF0000"/>
                </a:solidFill>
              </a:rPr>
              <a:t>1</a:t>
            </a:r>
            <a:r>
              <a:rPr lang="en-US" i="1" dirty="0">
                <a:solidFill>
                  <a:srgbClr val="FF0000"/>
                </a:solidFill>
              </a:rPr>
              <a:t>=D</a:t>
            </a:r>
            <a:r>
              <a:rPr lang="en-US" i="1" baseline="-25000" dirty="0">
                <a:solidFill>
                  <a:srgbClr val="FF0000"/>
                </a:solidFill>
              </a:rPr>
              <a:t>k</a:t>
            </a:r>
            <a:r>
              <a:rPr lang="en-US" i="1" dirty="0">
                <a:solidFill>
                  <a:srgbClr val="FF0000"/>
                </a:solidFill>
              </a:rPr>
              <a:t>(c</a:t>
            </a:r>
            <a:r>
              <a:rPr lang="en-US" i="1" baseline="-25000" dirty="0">
                <a:solidFill>
                  <a:srgbClr val="FF0000"/>
                </a:solidFill>
              </a:rPr>
              <a:t>1</a:t>
            </a:r>
            <a:r>
              <a:rPr lang="en-US" i="1" dirty="0">
                <a:solidFill>
                  <a:srgbClr val="FF0000"/>
                </a:solidFill>
              </a:rPr>
              <a:t>), m</a:t>
            </a:r>
            <a:r>
              <a:rPr lang="en-US" i="1" baseline="-25000" dirty="0">
                <a:solidFill>
                  <a:srgbClr val="FF0000"/>
                </a:solidFill>
              </a:rPr>
              <a:t>2</a:t>
            </a:r>
            <a:r>
              <a:rPr lang="en-US" i="1" dirty="0">
                <a:solidFill>
                  <a:srgbClr val="FF0000"/>
                </a:solidFill>
              </a:rPr>
              <a:t>=D</a:t>
            </a:r>
            <a:r>
              <a:rPr lang="en-US" i="1" baseline="-25000" dirty="0">
                <a:solidFill>
                  <a:srgbClr val="FF0000"/>
                </a:solidFill>
              </a:rPr>
              <a:t>k</a:t>
            </a:r>
            <a:r>
              <a:rPr lang="en-US" i="1" dirty="0">
                <a:solidFill>
                  <a:srgbClr val="FF0000"/>
                </a:solidFill>
              </a:rPr>
              <a:t>(c</a:t>
            </a:r>
            <a:r>
              <a:rPr lang="en-US" i="1" baseline="-25000" dirty="0">
                <a:solidFill>
                  <a:srgbClr val="FF0000"/>
                </a:solidFill>
              </a:rPr>
              <a:t>2</a:t>
            </a:r>
            <a:r>
              <a:rPr lang="en-US" i="1" dirty="0">
                <a:solidFill>
                  <a:srgbClr val="FF0000"/>
                </a:solidFill>
              </a:rPr>
              <a:t>), …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6" name="Line 5"/>
          <p:cNvSpPr>
            <a:spLocks noChangeShapeType="1"/>
          </p:cNvSpPr>
          <p:nvPr/>
        </p:nvSpPr>
        <p:spPr bwMode="auto">
          <a:xfrm>
            <a:off x="5651303" y="3604800"/>
            <a:ext cx="239650" cy="32743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7" name="Line 5"/>
          <p:cNvSpPr>
            <a:spLocks noChangeShapeType="1"/>
          </p:cNvSpPr>
          <p:nvPr/>
        </p:nvSpPr>
        <p:spPr bwMode="auto">
          <a:xfrm flipH="1">
            <a:off x="5364088" y="4297503"/>
            <a:ext cx="526865" cy="37535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315439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Attack Models Championship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discussed several attack models: 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COA, KPA, CPA, CCA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Model A is stronger than model B, if an encryption scheme is secure against A is also secure against B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Notation: A &gt; B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KPA &gt; COA [why?]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KPA vs. CPA 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KPA vs. CCA?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CPA vs. CCA 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4CAEF-ED61-633E-6AC8-EBC89ADB52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7702" y="6242050"/>
            <a:ext cx="482748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EBA394-6DB9-4E12-BD7A-F2B197753D8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9465193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53400" y="6242050"/>
            <a:ext cx="527050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819425-D2B2-48F6-BE86-4DF7893E314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he-IL" sz="1800" dirty="0"/>
          </a:p>
        </p:txBody>
      </p:sp>
      <p:sp>
        <p:nvSpPr>
          <p:cNvPr id="358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651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/>
              <a:t>Sufficient Effective Key Length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2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384385" y="980727"/>
                <a:ext cx="8645971" cy="5085535"/>
              </a:xfrm>
            </p:spPr>
            <p:txBody>
              <a:bodyPr/>
              <a:lstStyle/>
              <a:p>
                <a:pPr marL="336550" indent="-336550" eaLnBrk="1" hangingPunct="1">
                  <a:spcBef>
                    <a:spcPct val="0"/>
                  </a:spcBef>
                  <a:spcAft>
                    <a:spcPts val="375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800" b="1" i="1" dirty="0">
                    <a:solidFill>
                      <a:srgbClr val="FF00FF"/>
                    </a:solidFill>
                  </a:rPr>
                  <a:t>Sufficient Effective Key Length Principle:</a:t>
                </a:r>
              </a:p>
              <a:p>
                <a:pPr marL="736600" lvl="1" indent="-279400" eaLnBrk="1" hangingPunct="1">
                  <a:spcBef>
                    <a:spcPct val="0"/>
                  </a:spcBef>
                  <a:spcAft>
                    <a:spcPts val="325"/>
                  </a:spcAft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dirty="0"/>
                  <a:t>Keys should be long enough to make attacks infeasible, for best adversary resources expected, during `sensitivity period` of data</a:t>
                </a:r>
              </a:p>
              <a:p>
                <a:pPr marL="736600" lvl="1" indent="-279400" eaLnBrk="1" hangingPunct="1">
                  <a:spcBef>
                    <a:spcPct val="0"/>
                  </a:spcBef>
                  <a:spcAft>
                    <a:spcPts val="325"/>
                  </a:spcAft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dirty="0"/>
                  <a:t>Exhaustive search – or other attacks</a:t>
                </a:r>
              </a:p>
              <a:p>
                <a:pPr marL="336550" indent="-279400" eaLnBrk="1" hangingPunct="1">
                  <a:spcBef>
                    <a:spcPct val="0"/>
                  </a:spcBef>
                  <a:spcAft>
                    <a:spcPts val="325"/>
                  </a:spcAft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800" dirty="0">
                    <a:solidFill>
                      <a:srgbClr val="FF00FF"/>
                    </a:solidFill>
                  </a:rPr>
                  <a:t>Large key-space is necessary, but not sufficient</a:t>
                </a:r>
              </a:p>
              <a:p>
                <a:pPr marL="736600" lvl="1" indent="-279400" eaLnBrk="1" hangingPunct="1">
                  <a:spcBef>
                    <a:spcPct val="0"/>
                  </a:spcBef>
                  <a:spcAft>
                    <a:spcPts val="325"/>
                  </a:spcAft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dirty="0"/>
                  <a:t>Monoalphabetic substitution cipher, with permutation as key: 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26! = 4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altLang="zh-CN" sz="2400" dirty="0"/>
                  <a:t>keys… yet insecure!</a:t>
                </a:r>
                <a:r>
                  <a:rPr lang="en-US" altLang="he-IL" sz="2400" dirty="0"/>
                  <a:t> </a:t>
                </a:r>
              </a:p>
              <a:p>
                <a:pPr marL="736600" lvl="1" indent="-279400" eaLnBrk="1" hangingPunct="1">
                  <a:spcBef>
                    <a:spcPct val="0"/>
                  </a:spcBef>
                  <a:spcAft>
                    <a:spcPts val="325"/>
                  </a:spcAft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b="1" dirty="0">
                    <a:solidFill>
                      <a:srgbClr val="FF00FF"/>
                    </a:solidFill>
                  </a:rPr>
                  <a:t>Effective key length: </a:t>
                </a:r>
                <a:r>
                  <a:rPr lang="en-US" altLang="he-IL" sz="2400" u="sng" dirty="0"/>
                  <a:t>log of number of trials </a:t>
                </a:r>
                <a:r>
                  <a:rPr lang="en-US" altLang="he-IL" sz="2400" dirty="0"/>
                  <a:t>by the most effective attack</a:t>
                </a:r>
                <a:r>
                  <a:rPr lang="en-US" altLang="he-IL" dirty="0"/>
                  <a:t> </a:t>
                </a:r>
              </a:p>
              <a:p>
                <a:pPr marL="1136650" lvl="2" indent="-279400" eaLnBrk="1" hangingPunct="1">
                  <a:spcBef>
                    <a:spcPct val="0"/>
                  </a:spcBef>
                  <a:spcAft>
                    <a:spcPts val="325"/>
                  </a:spcAft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Same as </a:t>
                </a:r>
                <a:r>
                  <a:rPr lang="en-US" altLang="he-IL" b="1" dirty="0"/>
                  <a:t>number of bits for exhaustive search</a:t>
                </a:r>
                <a:r>
                  <a:rPr lang="en-US" altLang="he-IL" dirty="0"/>
                  <a:t> </a:t>
                </a:r>
              </a:p>
              <a:p>
                <a:pPr marL="1136650" lvl="2" indent="-279400" eaLnBrk="1" hangingPunct="1">
                  <a:spcBef>
                    <a:spcPct val="0"/>
                  </a:spcBef>
                  <a:spcAft>
                    <a:spcPts val="325"/>
                  </a:spcAft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Defined for specific attack models</a:t>
                </a:r>
              </a:p>
            </p:txBody>
          </p:sp>
        </mc:Choice>
        <mc:Fallback xmlns="">
          <p:sp>
            <p:nvSpPr>
              <p:cNvPr id="2048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84385" y="980727"/>
                <a:ext cx="8645971" cy="5085535"/>
              </a:xfrm>
              <a:blipFill>
                <a:blip r:embed="rId3"/>
                <a:stretch>
                  <a:fillRect l="-587" t="-1247" r="-1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1493402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Material From the Textbook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Chapter 2: 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From the chapter beginning until the end of section 2.4 except: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Section 2.1.3, 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Section 2.2.5,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Section 2.4.2,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Any ancient ciphers from 2.2.1 that we did not study </a:t>
            </a:r>
            <a:r>
              <a:rPr lang="en-US" sz="2000"/>
              <a:t>in class. 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616AB-4D74-CC33-7CBF-38E333598D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97702" y="6242050"/>
            <a:ext cx="482748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EBA394-6DB9-4E12-BD7A-F2B197753D8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6257138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A8C4CAAF-33E3-504B-B941-4FF43CEC4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35" y="2071095"/>
            <a:ext cx="7620000" cy="39497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C0D077-621F-A84F-9559-72206C7D7669}"/>
              </a:ext>
            </a:extLst>
          </p:cNvPr>
          <p:cNvSpPr/>
          <p:nvPr/>
        </p:nvSpPr>
        <p:spPr>
          <a:xfrm>
            <a:off x="2626500" y="757535"/>
            <a:ext cx="38910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87208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8607</TotalTime>
  <Words>3413</Words>
  <Application>Microsoft Macintosh PowerPoint</Application>
  <PresentationFormat>On-screen Show (4:3)</PresentationFormat>
  <Paragraphs>1372</Paragraphs>
  <Slides>39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ＭＳ Ｐゴシック</vt:lpstr>
      <vt:lpstr>Arial</vt:lpstr>
      <vt:lpstr>Calibri</vt:lpstr>
      <vt:lpstr>Cambria Math</vt:lpstr>
      <vt:lpstr>Courier New</vt:lpstr>
      <vt:lpstr>Garamond</vt:lpstr>
      <vt:lpstr>Times New Roman</vt:lpstr>
      <vt:lpstr>Wingdings</vt:lpstr>
      <vt:lpstr>Office Theme</vt:lpstr>
      <vt:lpstr>Default</vt:lpstr>
      <vt:lpstr>CSE 3400/CSE 5850 - Introduction to Cryptography and Cybersecurity/ Introduction to Cybersecurity  Lecture 2 Encryption – Part I</vt:lpstr>
      <vt:lpstr>Outline</vt:lpstr>
      <vt:lpstr>Encryption</vt:lpstr>
      <vt:lpstr>The Encryption World: basic terms</vt:lpstr>
      <vt:lpstr>Symmetric Encryption Scheme</vt:lpstr>
      <vt:lpstr>Ancient, Keyless Ciphers</vt:lpstr>
      <vt:lpstr>Az-By Cipher</vt:lpstr>
      <vt:lpstr>(Unkeyed) Caesar Cipher</vt:lpstr>
      <vt:lpstr>Monoalphabetic Substitution Ciphers</vt:lpstr>
      <vt:lpstr>Letter frequencies (in English)</vt:lpstr>
      <vt:lpstr>Example: Frequency Cryptanalysis</vt:lpstr>
      <vt:lpstr>Example: Frequency Cryptanalysis</vt:lpstr>
      <vt:lpstr>Example: Frequency Cryptanalysis</vt:lpstr>
      <vt:lpstr>Example: Frequency Cryptanalysis</vt:lpstr>
      <vt:lpstr>Example: Frequency Cryptanalysis</vt:lpstr>
      <vt:lpstr>Example: Frequency Cryptanalysis</vt:lpstr>
      <vt:lpstr>Example: Frequency Cryptanalysis</vt:lpstr>
      <vt:lpstr>Example: Frequency Cryptanalysis</vt:lpstr>
      <vt:lpstr>Example: Frequency Cryptanalysis</vt:lpstr>
      <vt:lpstr>Example: Frequency Cryptanalysis</vt:lpstr>
      <vt:lpstr>Example: Frequency Cryptanalysis</vt:lpstr>
      <vt:lpstr>Example: Frequency Cryptanalysis</vt:lpstr>
      <vt:lpstr>Example: Frequency Cryptanalysis</vt:lpstr>
      <vt:lpstr>Example: Frequency Cryptanalysis</vt:lpstr>
      <vt:lpstr>Example: Frequency Cryptanalysis</vt:lpstr>
      <vt:lpstr>Security-by-Obscurity Ciphers</vt:lpstr>
      <vt:lpstr>Kerckhoffs’ Known Design Principle [1883]</vt:lpstr>
      <vt:lpstr>Exhaustive Key Search</vt:lpstr>
      <vt:lpstr>Cipher-Text Only (COA) attack</vt:lpstr>
      <vt:lpstr>Exhaustive Key Search and COA</vt:lpstr>
      <vt:lpstr>Known Plaintext Attack (KPA)</vt:lpstr>
      <vt:lpstr>Exhaustive Key Search and KPA</vt:lpstr>
      <vt:lpstr>Chosen Plaintext Attack (CPA)</vt:lpstr>
      <vt:lpstr>Exhaustive Key Search and CPA</vt:lpstr>
      <vt:lpstr>Chosen Ciphertext Attack (CCA)</vt:lpstr>
      <vt:lpstr>The Attack Models Championship</vt:lpstr>
      <vt:lpstr>Sufficient Effective Key Length</vt:lpstr>
      <vt:lpstr>Covered Material From the Textbook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3400 - Introduction to Cyber Security  (aka: Computer and Information Security)  Introduction, Encryption  and Pseudo-Randomness</dc:title>
  <dc:creator>Amir Herzberg</dc:creator>
  <cp:lastModifiedBy>Almashaqbeh, Ghada</cp:lastModifiedBy>
  <cp:revision>26</cp:revision>
  <cp:lastPrinted>2021-02-01T21:43:51Z</cp:lastPrinted>
  <dcterms:created xsi:type="dcterms:W3CDTF">2020-09-01T12:48:58Z</dcterms:created>
  <dcterms:modified xsi:type="dcterms:W3CDTF">2026-08-31T18:43:57Z</dcterms:modified>
</cp:coreProperties>
</file>